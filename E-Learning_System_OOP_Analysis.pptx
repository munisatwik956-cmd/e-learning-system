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AE21D258-0E45-4376-9B93-B588EF9CBAC0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2D4E"/>
    <a:srgbClr val="E6E0EC"/>
    <a:srgbClr val="F1F5F9"/>
    <a:srgbClr val="E8F1F8"/>
    <a:srgbClr val="0F172A"/>
    <a:srgbClr val="000000"/>
    <a:srgbClr val="254061"/>
    <a:srgbClr val="38BD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EB3167-8891-4133-9CB1-398372E2A08D}" v="4" dt="2026-10-12T11:43:09.0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172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ni Satwik" userId="20afb6d8575ef266" providerId="LiveId" clId="{A1D1FDE4-2569-42EF-9904-D1DC1525E137}"/>
    <pc:docChg chg="undo custSel addSld delSld modSld sldOrd addSection">
      <pc:chgData name="Muni Satwik" userId="20afb6d8575ef266" providerId="LiveId" clId="{A1D1FDE4-2569-42EF-9904-D1DC1525E137}" dt="2026-10-12T11:55:44.475" v="882" actId="20577"/>
      <pc:docMkLst>
        <pc:docMk/>
      </pc:docMkLst>
      <pc:sldChg chg="modSp mod">
        <pc:chgData name="Muni Satwik" userId="20afb6d8575ef266" providerId="LiveId" clId="{A1D1FDE4-2569-42EF-9904-D1DC1525E137}" dt="2026-10-12T11:55:44.475" v="882" actId="20577"/>
        <pc:sldMkLst>
          <pc:docMk/>
          <pc:sldMk cId="0" sldId="256"/>
        </pc:sldMkLst>
        <pc:spChg chg="mod">
          <ac:chgData name="Muni Satwik" userId="20afb6d8575ef266" providerId="LiveId" clId="{A1D1FDE4-2569-42EF-9904-D1DC1525E137}" dt="2026-10-12T11:55:44.475" v="882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Muni Satwik" userId="20afb6d8575ef266" providerId="LiveId" clId="{A1D1FDE4-2569-42EF-9904-D1DC1525E137}" dt="2026-10-12T11:53:45.029" v="856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Muni Satwik" userId="20afb6d8575ef266" providerId="LiveId" clId="{A1D1FDE4-2569-42EF-9904-D1DC1525E137}" dt="2026-10-12T11:46:57.779" v="669" actId="20577"/>
        <pc:sldMkLst>
          <pc:docMk/>
          <pc:sldMk cId="0" sldId="257"/>
        </pc:sldMkLst>
        <pc:spChg chg="mod">
          <ac:chgData name="Muni Satwik" userId="20afb6d8575ef266" providerId="LiveId" clId="{A1D1FDE4-2569-42EF-9904-D1DC1525E137}" dt="2026-10-12T10:16:53.686" v="44" actId="207"/>
          <ac:spMkLst>
            <pc:docMk/>
            <pc:sldMk cId="0" sldId="257"/>
            <ac:spMk id="2" creationId="{00000000-0000-0000-0000-000000000000}"/>
          </ac:spMkLst>
        </pc:spChg>
        <pc:spChg chg="mod">
          <ac:chgData name="Muni Satwik" userId="20afb6d8575ef266" providerId="LiveId" clId="{A1D1FDE4-2569-42EF-9904-D1DC1525E137}" dt="2026-10-12T09:53:16.233" v="18" actId="255"/>
          <ac:spMkLst>
            <pc:docMk/>
            <pc:sldMk cId="0" sldId="257"/>
            <ac:spMk id="3" creationId="{00000000-0000-0000-0000-000000000000}"/>
          </ac:spMkLst>
        </pc:spChg>
        <pc:spChg chg="mod">
          <ac:chgData name="Muni Satwik" userId="20afb6d8575ef266" providerId="LiveId" clId="{A1D1FDE4-2569-42EF-9904-D1DC1525E137}" dt="2026-10-12T10:23:01.321" v="65" actId="207"/>
          <ac:spMkLst>
            <pc:docMk/>
            <pc:sldMk cId="0" sldId="257"/>
            <ac:spMk id="4" creationId="{00000000-0000-0000-0000-000000000000}"/>
          </ac:spMkLst>
        </pc:spChg>
        <pc:spChg chg="mod">
          <ac:chgData name="Muni Satwik" userId="20afb6d8575ef266" providerId="LiveId" clId="{A1D1FDE4-2569-42EF-9904-D1DC1525E137}" dt="2026-10-12T11:00:42.299" v="415" actId="207"/>
          <ac:spMkLst>
            <pc:docMk/>
            <pc:sldMk cId="0" sldId="257"/>
            <ac:spMk id="5" creationId="{00000000-0000-0000-0000-000000000000}"/>
          </ac:spMkLst>
        </pc:spChg>
        <pc:spChg chg="mod">
          <ac:chgData name="Muni Satwik" userId="20afb6d8575ef266" providerId="LiveId" clId="{A1D1FDE4-2569-42EF-9904-D1DC1525E137}" dt="2026-10-12T11:46:30.809" v="660" actId="20577"/>
          <ac:spMkLst>
            <pc:docMk/>
            <pc:sldMk cId="0" sldId="257"/>
            <ac:spMk id="6" creationId="{00000000-0000-0000-0000-000000000000}"/>
          </ac:spMkLst>
        </pc:spChg>
        <pc:spChg chg="mod">
          <ac:chgData name="Muni Satwik" userId="20afb6d8575ef266" providerId="LiveId" clId="{A1D1FDE4-2569-42EF-9904-D1DC1525E137}" dt="2026-10-12T11:00:57.168" v="416" actId="207"/>
          <ac:spMkLst>
            <pc:docMk/>
            <pc:sldMk cId="0" sldId="257"/>
            <ac:spMk id="7" creationId="{00000000-0000-0000-0000-000000000000}"/>
          </ac:spMkLst>
        </pc:spChg>
        <pc:spChg chg="mod">
          <ac:chgData name="Muni Satwik" userId="20afb6d8575ef266" providerId="LiveId" clId="{A1D1FDE4-2569-42EF-9904-D1DC1525E137}" dt="2026-10-12T11:12:56.360" v="518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Muni Satwik" userId="20afb6d8575ef266" providerId="LiveId" clId="{A1D1FDE4-2569-42EF-9904-D1DC1525E137}" dt="2026-10-12T11:01:10.201" v="417" actId="207"/>
          <ac:spMkLst>
            <pc:docMk/>
            <pc:sldMk cId="0" sldId="257"/>
            <ac:spMk id="9" creationId="{00000000-0000-0000-0000-000000000000}"/>
          </ac:spMkLst>
        </pc:spChg>
        <pc:spChg chg="mod">
          <ac:chgData name="Muni Satwik" userId="20afb6d8575ef266" providerId="LiveId" clId="{A1D1FDE4-2569-42EF-9904-D1DC1525E137}" dt="2026-10-12T11:46:57.779" v="669" actId="20577"/>
          <ac:spMkLst>
            <pc:docMk/>
            <pc:sldMk cId="0" sldId="257"/>
            <ac:spMk id="10" creationId="{00000000-0000-0000-0000-000000000000}"/>
          </ac:spMkLst>
        </pc:spChg>
      </pc:sldChg>
      <pc:sldChg chg="modSp mod">
        <pc:chgData name="Muni Satwik" userId="20afb6d8575ef266" providerId="LiveId" clId="{A1D1FDE4-2569-42EF-9904-D1DC1525E137}" dt="2026-10-12T11:47:58.922" v="691" actId="255"/>
        <pc:sldMkLst>
          <pc:docMk/>
          <pc:sldMk cId="0" sldId="258"/>
        </pc:sldMkLst>
        <pc:spChg chg="mod">
          <ac:chgData name="Muni Satwik" userId="20afb6d8575ef266" providerId="LiveId" clId="{A1D1FDE4-2569-42EF-9904-D1DC1525E137}" dt="2026-10-12T10:17:31.387" v="46" actId="207"/>
          <ac:spMkLst>
            <pc:docMk/>
            <pc:sldMk cId="0" sldId="258"/>
            <ac:spMk id="2" creationId="{00000000-0000-0000-0000-000000000000}"/>
          </ac:spMkLst>
        </pc:spChg>
        <pc:spChg chg="mod">
          <ac:chgData name="Muni Satwik" userId="20afb6d8575ef266" providerId="LiveId" clId="{A1D1FDE4-2569-42EF-9904-D1DC1525E137}" dt="2026-10-12T10:31:48.340" v="75" actId="255"/>
          <ac:spMkLst>
            <pc:docMk/>
            <pc:sldMk cId="0" sldId="258"/>
            <ac:spMk id="3" creationId="{00000000-0000-0000-0000-000000000000}"/>
          </ac:spMkLst>
        </pc:spChg>
        <pc:spChg chg="mod">
          <ac:chgData name="Muni Satwik" userId="20afb6d8575ef266" providerId="LiveId" clId="{A1D1FDE4-2569-42EF-9904-D1DC1525E137}" dt="2026-10-12T10:32:09.079" v="77" actId="207"/>
          <ac:spMkLst>
            <pc:docMk/>
            <pc:sldMk cId="0" sldId="258"/>
            <ac:spMk id="4" creationId="{00000000-0000-0000-0000-000000000000}"/>
          </ac:spMkLst>
        </pc:spChg>
        <pc:spChg chg="mod">
          <ac:chgData name="Muni Satwik" userId="20afb6d8575ef266" providerId="LiveId" clId="{A1D1FDE4-2569-42EF-9904-D1DC1525E137}" dt="2026-10-12T11:01:26.239" v="418" actId="207"/>
          <ac:spMkLst>
            <pc:docMk/>
            <pc:sldMk cId="0" sldId="258"/>
            <ac:spMk id="5" creationId="{00000000-0000-0000-0000-000000000000}"/>
          </ac:spMkLst>
        </pc:spChg>
        <pc:spChg chg="mod">
          <ac:chgData name="Muni Satwik" userId="20afb6d8575ef266" providerId="LiveId" clId="{A1D1FDE4-2569-42EF-9904-D1DC1525E137}" dt="2026-10-12T10:35:27.510" v="91" actId="255"/>
          <ac:spMkLst>
            <pc:docMk/>
            <pc:sldMk cId="0" sldId="258"/>
            <ac:spMk id="6" creationId="{00000000-0000-0000-0000-000000000000}"/>
          </ac:spMkLst>
        </pc:spChg>
        <pc:spChg chg="mod">
          <ac:chgData name="Muni Satwik" userId="20afb6d8575ef266" providerId="LiveId" clId="{A1D1FDE4-2569-42EF-9904-D1DC1525E137}" dt="2026-10-12T11:02:16.127" v="422" actId="207"/>
          <ac:spMkLst>
            <pc:docMk/>
            <pc:sldMk cId="0" sldId="258"/>
            <ac:spMk id="7" creationId="{00000000-0000-0000-0000-000000000000}"/>
          </ac:spMkLst>
        </pc:spChg>
        <pc:spChg chg="mod">
          <ac:chgData name="Muni Satwik" userId="20afb6d8575ef266" providerId="LiveId" clId="{A1D1FDE4-2569-42EF-9904-D1DC1525E137}" dt="2026-10-12T10:37:32.326" v="103" actId="255"/>
          <ac:spMkLst>
            <pc:docMk/>
            <pc:sldMk cId="0" sldId="258"/>
            <ac:spMk id="8" creationId="{00000000-0000-0000-0000-000000000000}"/>
          </ac:spMkLst>
        </pc:spChg>
        <pc:spChg chg="mod">
          <ac:chgData name="Muni Satwik" userId="20afb6d8575ef266" providerId="LiveId" clId="{A1D1FDE4-2569-42EF-9904-D1DC1525E137}" dt="2026-10-12T11:01:36.435" v="419" actId="207"/>
          <ac:spMkLst>
            <pc:docMk/>
            <pc:sldMk cId="0" sldId="258"/>
            <ac:spMk id="9" creationId="{00000000-0000-0000-0000-000000000000}"/>
          </ac:spMkLst>
        </pc:spChg>
        <pc:spChg chg="mod">
          <ac:chgData name="Muni Satwik" userId="20afb6d8575ef266" providerId="LiveId" clId="{A1D1FDE4-2569-42EF-9904-D1DC1525E137}" dt="2026-10-12T10:36:02.843" v="94" actId="255"/>
          <ac:spMkLst>
            <pc:docMk/>
            <pc:sldMk cId="0" sldId="258"/>
            <ac:spMk id="10" creationId="{00000000-0000-0000-0000-000000000000}"/>
          </ac:spMkLst>
        </pc:spChg>
        <pc:spChg chg="mod">
          <ac:chgData name="Muni Satwik" userId="20afb6d8575ef266" providerId="LiveId" clId="{A1D1FDE4-2569-42EF-9904-D1DC1525E137}" dt="2026-10-12T11:02:00.683" v="421" actId="207"/>
          <ac:spMkLst>
            <pc:docMk/>
            <pc:sldMk cId="0" sldId="258"/>
            <ac:spMk id="11" creationId="{00000000-0000-0000-0000-000000000000}"/>
          </ac:spMkLst>
        </pc:spChg>
        <pc:spChg chg="mod">
          <ac:chgData name="Muni Satwik" userId="20afb6d8575ef266" providerId="LiveId" clId="{A1D1FDE4-2569-42EF-9904-D1DC1525E137}" dt="2026-10-12T10:37:04.483" v="100" actId="255"/>
          <ac:spMkLst>
            <pc:docMk/>
            <pc:sldMk cId="0" sldId="258"/>
            <ac:spMk id="12" creationId="{00000000-0000-0000-0000-000000000000}"/>
          </ac:spMkLst>
        </pc:spChg>
        <pc:spChg chg="mod">
          <ac:chgData name="Muni Satwik" userId="20afb6d8575ef266" providerId="LiveId" clId="{A1D1FDE4-2569-42EF-9904-D1DC1525E137}" dt="2026-10-12T11:01:48.327" v="420" actId="207"/>
          <ac:spMkLst>
            <pc:docMk/>
            <pc:sldMk cId="0" sldId="258"/>
            <ac:spMk id="13" creationId="{00000000-0000-0000-0000-000000000000}"/>
          </ac:spMkLst>
        </pc:spChg>
        <pc:spChg chg="mod">
          <ac:chgData name="Muni Satwik" userId="20afb6d8575ef266" providerId="LiveId" clId="{A1D1FDE4-2569-42EF-9904-D1DC1525E137}" dt="2026-10-12T11:47:58.922" v="691" actId="255"/>
          <ac:spMkLst>
            <pc:docMk/>
            <pc:sldMk cId="0" sldId="258"/>
            <ac:spMk id="14" creationId="{00000000-0000-0000-0000-000000000000}"/>
          </ac:spMkLst>
        </pc:spChg>
      </pc:sldChg>
      <pc:sldChg chg="modSp mod">
        <pc:chgData name="Muni Satwik" userId="20afb6d8575ef266" providerId="LiveId" clId="{A1D1FDE4-2569-42EF-9904-D1DC1525E137}" dt="2026-10-12T11:18:29.983" v="582" actId="20577"/>
        <pc:sldMkLst>
          <pc:docMk/>
          <pc:sldMk cId="0" sldId="259"/>
        </pc:sldMkLst>
        <pc:spChg chg="mod">
          <ac:chgData name="Muni Satwik" userId="20afb6d8575ef266" providerId="LiveId" clId="{A1D1FDE4-2569-42EF-9904-D1DC1525E137}" dt="2026-10-12T10:18:05.967" v="48" actId="207"/>
          <ac:spMkLst>
            <pc:docMk/>
            <pc:sldMk cId="0" sldId="259"/>
            <ac:spMk id="2" creationId="{00000000-0000-0000-0000-000000000000}"/>
          </ac:spMkLst>
        </pc:spChg>
        <pc:spChg chg="mod">
          <ac:chgData name="Muni Satwik" userId="20afb6d8575ef266" providerId="LiveId" clId="{A1D1FDE4-2569-42EF-9904-D1DC1525E137}" dt="2026-10-12T10:38:06.005" v="107" actId="255"/>
          <ac:spMkLst>
            <pc:docMk/>
            <pc:sldMk cId="0" sldId="259"/>
            <ac:spMk id="3" creationId="{00000000-0000-0000-0000-000000000000}"/>
          </ac:spMkLst>
        </pc:spChg>
        <pc:spChg chg="mod">
          <ac:chgData name="Muni Satwik" userId="20afb6d8575ef266" providerId="LiveId" clId="{A1D1FDE4-2569-42EF-9904-D1DC1525E137}" dt="2026-10-12T11:16:17.952" v="527" actId="1076"/>
          <ac:spMkLst>
            <pc:docMk/>
            <pc:sldMk cId="0" sldId="259"/>
            <ac:spMk id="4" creationId="{00000000-0000-0000-0000-000000000000}"/>
          </ac:spMkLst>
        </pc:spChg>
        <pc:spChg chg="mod">
          <ac:chgData name="Muni Satwik" userId="20afb6d8575ef266" providerId="LiveId" clId="{A1D1FDE4-2569-42EF-9904-D1DC1525E137}" dt="2026-10-12T11:02:30.103" v="423" actId="207"/>
          <ac:spMkLst>
            <pc:docMk/>
            <pc:sldMk cId="0" sldId="259"/>
            <ac:spMk id="5" creationId="{00000000-0000-0000-0000-000000000000}"/>
          </ac:spMkLst>
        </pc:spChg>
        <pc:spChg chg="mod">
          <ac:chgData name="Muni Satwik" userId="20afb6d8575ef266" providerId="LiveId" clId="{A1D1FDE4-2569-42EF-9904-D1DC1525E137}" dt="2026-10-12T11:18:29.983" v="582" actId="20577"/>
          <ac:spMkLst>
            <pc:docMk/>
            <pc:sldMk cId="0" sldId="259"/>
            <ac:spMk id="6" creationId="{00000000-0000-0000-0000-000000000000}"/>
          </ac:spMkLst>
        </pc:spChg>
        <pc:spChg chg="mod">
          <ac:chgData name="Muni Satwik" userId="20afb6d8575ef266" providerId="LiveId" clId="{A1D1FDE4-2569-42EF-9904-D1DC1525E137}" dt="2026-10-12T11:02:39.944" v="424" actId="207"/>
          <ac:spMkLst>
            <pc:docMk/>
            <pc:sldMk cId="0" sldId="259"/>
            <ac:spMk id="7" creationId="{00000000-0000-0000-0000-000000000000}"/>
          </ac:spMkLst>
        </pc:spChg>
        <pc:spChg chg="mod">
          <ac:chgData name="Muni Satwik" userId="20afb6d8575ef266" providerId="LiveId" clId="{A1D1FDE4-2569-42EF-9904-D1DC1525E137}" dt="2026-10-12T11:16:29.380" v="528" actId="20577"/>
          <ac:spMkLst>
            <pc:docMk/>
            <pc:sldMk cId="0" sldId="259"/>
            <ac:spMk id="8" creationId="{00000000-0000-0000-0000-000000000000}"/>
          </ac:spMkLst>
        </pc:spChg>
      </pc:sldChg>
      <pc:sldChg chg="modSp mod">
        <pc:chgData name="Muni Satwik" userId="20afb6d8575ef266" providerId="LiveId" clId="{A1D1FDE4-2569-42EF-9904-D1DC1525E137}" dt="2026-10-12T11:19:17.771" v="586" actId="255"/>
        <pc:sldMkLst>
          <pc:docMk/>
          <pc:sldMk cId="0" sldId="260"/>
        </pc:sldMkLst>
        <pc:spChg chg="mod">
          <ac:chgData name="Muni Satwik" userId="20afb6d8575ef266" providerId="LiveId" clId="{A1D1FDE4-2569-42EF-9904-D1DC1525E137}" dt="2026-10-12T10:18:37.112" v="50" actId="207"/>
          <ac:spMkLst>
            <pc:docMk/>
            <pc:sldMk cId="0" sldId="260"/>
            <ac:spMk id="2" creationId="{00000000-0000-0000-0000-000000000000}"/>
          </ac:spMkLst>
        </pc:spChg>
        <pc:spChg chg="mod">
          <ac:chgData name="Muni Satwik" userId="20afb6d8575ef266" providerId="LiveId" clId="{A1D1FDE4-2569-42EF-9904-D1DC1525E137}" dt="2026-10-12T10:42:08.556" v="243" actId="255"/>
          <ac:spMkLst>
            <pc:docMk/>
            <pc:sldMk cId="0" sldId="260"/>
            <ac:spMk id="3" creationId="{00000000-0000-0000-0000-000000000000}"/>
          </ac:spMkLst>
        </pc:spChg>
        <pc:spChg chg="mod">
          <ac:chgData name="Muni Satwik" userId="20afb6d8575ef266" providerId="LiveId" clId="{A1D1FDE4-2569-42EF-9904-D1DC1525E137}" dt="2026-10-12T10:41:59.516" v="242" actId="255"/>
          <ac:spMkLst>
            <pc:docMk/>
            <pc:sldMk cId="0" sldId="260"/>
            <ac:spMk id="4" creationId="{00000000-0000-0000-0000-000000000000}"/>
          </ac:spMkLst>
        </pc:spChg>
        <pc:spChg chg="mod">
          <ac:chgData name="Muni Satwik" userId="20afb6d8575ef266" providerId="LiveId" clId="{A1D1FDE4-2569-42EF-9904-D1DC1525E137}" dt="2026-10-12T11:02:53.685" v="425" actId="207"/>
          <ac:spMkLst>
            <pc:docMk/>
            <pc:sldMk cId="0" sldId="260"/>
            <ac:spMk id="5" creationId="{00000000-0000-0000-0000-000000000000}"/>
          </ac:spMkLst>
        </pc:spChg>
        <pc:spChg chg="mod">
          <ac:chgData name="Muni Satwik" userId="20afb6d8575ef266" providerId="LiveId" clId="{A1D1FDE4-2569-42EF-9904-D1DC1525E137}" dt="2026-10-12T11:19:08.465" v="585" actId="255"/>
          <ac:spMkLst>
            <pc:docMk/>
            <pc:sldMk cId="0" sldId="260"/>
            <ac:spMk id="6" creationId="{00000000-0000-0000-0000-000000000000}"/>
          </ac:spMkLst>
        </pc:spChg>
        <pc:spChg chg="mod">
          <ac:chgData name="Muni Satwik" userId="20afb6d8575ef266" providerId="LiveId" clId="{A1D1FDE4-2569-42EF-9904-D1DC1525E137}" dt="2026-10-12T11:03:05.124" v="426" actId="207"/>
          <ac:spMkLst>
            <pc:docMk/>
            <pc:sldMk cId="0" sldId="260"/>
            <ac:spMk id="7" creationId="{00000000-0000-0000-0000-000000000000}"/>
          </ac:spMkLst>
        </pc:spChg>
        <pc:spChg chg="mod">
          <ac:chgData name="Muni Satwik" userId="20afb6d8575ef266" providerId="LiveId" clId="{A1D1FDE4-2569-42EF-9904-D1DC1525E137}" dt="2026-10-12T11:19:17.771" v="586" actId="255"/>
          <ac:spMkLst>
            <pc:docMk/>
            <pc:sldMk cId="0" sldId="260"/>
            <ac:spMk id="8" creationId="{00000000-0000-0000-0000-000000000000}"/>
          </ac:spMkLst>
        </pc:spChg>
      </pc:sldChg>
      <pc:sldChg chg="modSp mod">
        <pc:chgData name="Muni Satwik" userId="20afb6d8575ef266" providerId="LiveId" clId="{A1D1FDE4-2569-42EF-9904-D1DC1525E137}" dt="2026-10-12T11:08:36.157" v="503" actId="20577"/>
        <pc:sldMkLst>
          <pc:docMk/>
          <pc:sldMk cId="0" sldId="261"/>
        </pc:sldMkLst>
        <pc:spChg chg="mod">
          <ac:chgData name="Muni Satwik" userId="20afb6d8575ef266" providerId="LiveId" clId="{A1D1FDE4-2569-42EF-9904-D1DC1525E137}" dt="2026-10-12T10:19:07.098" v="52" actId="207"/>
          <ac:spMkLst>
            <pc:docMk/>
            <pc:sldMk cId="0" sldId="261"/>
            <ac:spMk id="2" creationId="{00000000-0000-0000-0000-000000000000}"/>
          </ac:spMkLst>
        </pc:spChg>
        <pc:spChg chg="mod">
          <ac:chgData name="Muni Satwik" userId="20afb6d8575ef266" providerId="LiveId" clId="{A1D1FDE4-2569-42EF-9904-D1DC1525E137}" dt="2026-10-12T10:46:22.030" v="277" actId="255"/>
          <ac:spMkLst>
            <pc:docMk/>
            <pc:sldMk cId="0" sldId="261"/>
            <ac:spMk id="3" creationId="{00000000-0000-0000-0000-000000000000}"/>
          </ac:spMkLst>
        </pc:spChg>
        <pc:spChg chg="mod">
          <ac:chgData name="Muni Satwik" userId="20afb6d8575ef266" providerId="LiveId" clId="{A1D1FDE4-2569-42EF-9904-D1DC1525E137}" dt="2026-10-12T10:46:44.406" v="278" actId="207"/>
          <ac:spMkLst>
            <pc:docMk/>
            <pc:sldMk cId="0" sldId="261"/>
            <ac:spMk id="4" creationId="{00000000-0000-0000-0000-000000000000}"/>
          </ac:spMkLst>
        </pc:spChg>
        <pc:spChg chg="mod">
          <ac:chgData name="Muni Satwik" userId="20afb6d8575ef266" providerId="LiveId" clId="{A1D1FDE4-2569-42EF-9904-D1DC1525E137}" dt="2026-10-12T11:03:22.180" v="427" actId="207"/>
          <ac:spMkLst>
            <pc:docMk/>
            <pc:sldMk cId="0" sldId="261"/>
            <ac:spMk id="5" creationId="{00000000-0000-0000-0000-000000000000}"/>
          </ac:spMkLst>
        </pc:spChg>
        <pc:spChg chg="mod">
          <ac:chgData name="Muni Satwik" userId="20afb6d8575ef266" providerId="LiveId" clId="{A1D1FDE4-2569-42EF-9904-D1DC1525E137}" dt="2026-10-12T11:08:36.157" v="503" actId="20577"/>
          <ac:spMkLst>
            <pc:docMk/>
            <pc:sldMk cId="0" sldId="261"/>
            <ac:spMk id="6" creationId="{00000000-0000-0000-0000-000000000000}"/>
          </ac:spMkLst>
        </pc:spChg>
        <pc:spChg chg="mod">
          <ac:chgData name="Muni Satwik" userId="20afb6d8575ef266" providerId="LiveId" clId="{A1D1FDE4-2569-42EF-9904-D1DC1525E137}" dt="2026-10-12T11:03:37.472" v="428" actId="207"/>
          <ac:spMkLst>
            <pc:docMk/>
            <pc:sldMk cId="0" sldId="261"/>
            <ac:spMk id="7" creationId="{00000000-0000-0000-0000-000000000000}"/>
          </ac:spMkLst>
        </pc:spChg>
        <pc:spChg chg="mod">
          <ac:chgData name="Muni Satwik" userId="20afb6d8575ef266" providerId="LiveId" clId="{A1D1FDE4-2569-42EF-9904-D1DC1525E137}" dt="2026-10-12T10:50:25.872" v="330" actId="255"/>
          <ac:spMkLst>
            <pc:docMk/>
            <pc:sldMk cId="0" sldId="261"/>
            <ac:spMk id="8" creationId="{00000000-0000-0000-0000-000000000000}"/>
          </ac:spMkLst>
        </pc:spChg>
      </pc:sldChg>
      <pc:sldChg chg="modSp mod">
        <pc:chgData name="Muni Satwik" userId="20afb6d8575ef266" providerId="LiveId" clId="{A1D1FDE4-2569-42EF-9904-D1DC1525E137}" dt="2026-10-12T11:04:03.274" v="430" actId="207"/>
        <pc:sldMkLst>
          <pc:docMk/>
          <pc:sldMk cId="0" sldId="262"/>
        </pc:sldMkLst>
        <pc:spChg chg="mod">
          <ac:chgData name="Muni Satwik" userId="20afb6d8575ef266" providerId="LiveId" clId="{A1D1FDE4-2569-42EF-9904-D1DC1525E137}" dt="2026-10-12T10:19:49.065" v="55" actId="207"/>
          <ac:spMkLst>
            <pc:docMk/>
            <pc:sldMk cId="0" sldId="262"/>
            <ac:spMk id="2" creationId="{00000000-0000-0000-0000-000000000000}"/>
          </ac:spMkLst>
        </pc:spChg>
        <pc:spChg chg="mod">
          <ac:chgData name="Muni Satwik" userId="20afb6d8575ef266" providerId="LiveId" clId="{A1D1FDE4-2569-42EF-9904-D1DC1525E137}" dt="2026-10-12T10:50:56.908" v="332" actId="255"/>
          <ac:spMkLst>
            <pc:docMk/>
            <pc:sldMk cId="0" sldId="262"/>
            <ac:spMk id="3" creationId="{00000000-0000-0000-0000-000000000000}"/>
          </ac:spMkLst>
        </pc:spChg>
        <pc:spChg chg="mod">
          <ac:chgData name="Muni Satwik" userId="20afb6d8575ef266" providerId="LiveId" clId="{A1D1FDE4-2569-42EF-9904-D1DC1525E137}" dt="2026-10-12T10:50:48.688" v="331" actId="207"/>
          <ac:spMkLst>
            <pc:docMk/>
            <pc:sldMk cId="0" sldId="262"/>
            <ac:spMk id="4" creationId="{00000000-0000-0000-0000-000000000000}"/>
          </ac:spMkLst>
        </pc:spChg>
        <pc:spChg chg="mod">
          <ac:chgData name="Muni Satwik" userId="20afb6d8575ef266" providerId="LiveId" clId="{A1D1FDE4-2569-42EF-9904-D1DC1525E137}" dt="2026-10-12T11:03:50.986" v="429" actId="207"/>
          <ac:spMkLst>
            <pc:docMk/>
            <pc:sldMk cId="0" sldId="262"/>
            <ac:spMk id="5" creationId="{00000000-0000-0000-0000-000000000000}"/>
          </ac:spMkLst>
        </pc:spChg>
        <pc:spChg chg="mod">
          <ac:chgData name="Muni Satwik" userId="20afb6d8575ef266" providerId="LiveId" clId="{A1D1FDE4-2569-42EF-9904-D1DC1525E137}" dt="2026-10-12T10:52:12.005" v="361" actId="20577"/>
          <ac:spMkLst>
            <pc:docMk/>
            <pc:sldMk cId="0" sldId="262"/>
            <ac:spMk id="6" creationId="{00000000-0000-0000-0000-000000000000}"/>
          </ac:spMkLst>
        </pc:spChg>
        <pc:spChg chg="mod">
          <ac:chgData name="Muni Satwik" userId="20afb6d8575ef266" providerId="LiveId" clId="{A1D1FDE4-2569-42EF-9904-D1DC1525E137}" dt="2026-10-12T11:04:03.274" v="430" actId="207"/>
          <ac:spMkLst>
            <pc:docMk/>
            <pc:sldMk cId="0" sldId="262"/>
            <ac:spMk id="7" creationId="{00000000-0000-0000-0000-000000000000}"/>
          </ac:spMkLst>
        </pc:spChg>
        <pc:spChg chg="mod">
          <ac:chgData name="Muni Satwik" userId="20afb6d8575ef266" providerId="LiveId" clId="{A1D1FDE4-2569-42EF-9904-D1DC1525E137}" dt="2026-10-12T10:54:30.049" v="391" actId="20577"/>
          <ac:spMkLst>
            <pc:docMk/>
            <pc:sldMk cId="0" sldId="262"/>
            <ac:spMk id="8" creationId="{00000000-0000-0000-0000-000000000000}"/>
          </ac:spMkLst>
        </pc:spChg>
      </pc:sldChg>
      <pc:sldChg chg="modSp mod">
        <pc:chgData name="Muni Satwik" userId="20afb6d8575ef266" providerId="LiveId" clId="{A1D1FDE4-2569-42EF-9904-D1DC1525E137}" dt="2026-10-12T11:44:28.843" v="631" actId="20577"/>
        <pc:sldMkLst>
          <pc:docMk/>
          <pc:sldMk cId="0" sldId="263"/>
        </pc:sldMkLst>
        <pc:spChg chg="mod">
          <ac:chgData name="Muni Satwik" userId="20afb6d8575ef266" providerId="LiveId" clId="{A1D1FDE4-2569-42EF-9904-D1DC1525E137}" dt="2026-10-12T10:20:25.131" v="58" actId="207"/>
          <ac:spMkLst>
            <pc:docMk/>
            <pc:sldMk cId="0" sldId="263"/>
            <ac:spMk id="2" creationId="{00000000-0000-0000-0000-000000000000}"/>
          </ac:spMkLst>
        </pc:spChg>
        <pc:spChg chg="mod">
          <ac:chgData name="Muni Satwik" userId="20afb6d8575ef266" providerId="LiveId" clId="{A1D1FDE4-2569-42EF-9904-D1DC1525E137}" dt="2026-10-12T10:56:27.634" v="397" actId="255"/>
          <ac:spMkLst>
            <pc:docMk/>
            <pc:sldMk cId="0" sldId="263"/>
            <ac:spMk id="3" creationId="{00000000-0000-0000-0000-000000000000}"/>
          </ac:spMkLst>
        </pc:spChg>
        <pc:spChg chg="mod">
          <ac:chgData name="Muni Satwik" userId="20afb6d8575ef266" providerId="LiveId" clId="{A1D1FDE4-2569-42EF-9904-D1DC1525E137}" dt="2026-10-12T11:44:28.843" v="631" actId="20577"/>
          <ac:spMkLst>
            <pc:docMk/>
            <pc:sldMk cId="0" sldId="263"/>
            <ac:spMk id="4" creationId="{00000000-0000-0000-0000-000000000000}"/>
          </ac:spMkLst>
        </pc:spChg>
        <pc:spChg chg="mod">
          <ac:chgData name="Muni Satwik" userId="20afb6d8575ef266" providerId="LiveId" clId="{A1D1FDE4-2569-42EF-9904-D1DC1525E137}" dt="2026-10-12T11:05:51.491" v="434" actId="207"/>
          <ac:spMkLst>
            <pc:docMk/>
            <pc:sldMk cId="0" sldId="263"/>
            <ac:spMk id="5" creationId="{00000000-0000-0000-0000-000000000000}"/>
          </ac:spMkLst>
        </pc:spChg>
        <pc:spChg chg="mod">
          <ac:chgData name="Muni Satwik" userId="20afb6d8575ef266" providerId="LiveId" clId="{A1D1FDE4-2569-42EF-9904-D1DC1525E137}" dt="2026-10-12T10:58:07.367" v="405" actId="255"/>
          <ac:spMkLst>
            <pc:docMk/>
            <pc:sldMk cId="0" sldId="263"/>
            <ac:spMk id="6" creationId="{00000000-0000-0000-0000-000000000000}"/>
          </ac:spMkLst>
        </pc:spChg>
        <pc:spChg chg="mod">
          <ac:chgData name="Muni Satwik" userId="20afb6d8575ef266" providerId="LiveId" clId="{A1D1FDE4-2569-42EF-9904-D1DC1525E137}" dt="2026-10-12T11:04:44.226" v="432" actId="207"/>
          <ac:spMkLst>
            <pc:docMk/>
            <pc:sldMk cId="0" sldId="263"/>
            <ac:spMk id="7" creationId="{00000000-0000-0000-0000-000000000000}"/>
          </ac:spMkLst>
        </pc:spChg>
        <pc:spChg chg="mod">
          <ac:chgData name="Muni Satwik" userId="20afb6d8575ef266" providerId="LiveId" clId="{A1D1FDE4-2569-42EF-9904-D1DC1525E137}" dt="2026-10-12T11:43:52.195" v="615" actId="255"/>
          <ac:spMkLst>
            <pc:docMk/>
            <pc:sldMk cId="0" sldId="263"/>
            <ac:spMk id="8" creationId="{00000000-0000-0000-0000-000000000000}"/>
          </ac:spMkLst>
        </pc:spChg>
      </pc:sldChg>
      <pc:sldChg chg="modSp del mod">
        <pc:chgData name="Muni Satwik" userId="20afb6d8575ef266" providerId="LiveId" clId="{A1D1FDE4-2569-42EF-9904-D1DC1525E137}" dt="2026-10-12T11:05:03.210" v="433" actId="47"/>
        <pc:sldMkLst>
          <pc:docMk/>
          <pc:sldMk cId="0" sldId="264"/>
        </pc:sldMkLst>
        <pc:spChg chg="mod">
          <ac:chgData name="Muni Satwik" userId="20afb6d8575ef266" providerId="LiveId" clId="{A1D1FDE4-2569-42EF-9904-D1DC1525E137}" dt="2026-10-12T10:21:12.448" v="60" actId="207"/>
          <ac:spMkLst>
            <pc:docMk/>
            <pc:sldMk cId="0" sldId="264"/>
            <ac:spMk id="2" creationId="{00000000-0000-0000-0000-000000000000}"/>
          </ac:spMkLst>
        </pc:spChg>
      </pc:sldChg>
      <pc:sldChg chg="delSp modSp del mod">
        <pc:chgData name="Muni Satwik" userId="20afb6d8575ef266" providerId="LiveId" clId="{A1D1FDE4-2569-42EF-9904-D1DC1525E137}" dt="2026-10-12T11:44:44.702" v="632" actId="47"/>
        <pc:sldMkLst>
          <pc:docMk/>
          <pc:sldMk cId="0" sldId="265"/>
        </pc:sldMkLst>
        <pc:spChg chg="mod">
          <ac:chgData name="Muni Satwik" userId="20afb6d8575ef266" providerId="LiveId" clId="{A1D1FDE4-2569-42EF-9904-D1DC1525E137}" dt="2026-10-12T10:21:37.120" v="62" actId="207"/>
          <ac:spMkLst>
            <pc:docMk/>
            <pc:sldMk cId="0" sldId="265"/>
            <ac:spMk id="2" creationId="{00000000-0000-0000-0000-000000000000}"/>
          </ac:spMkLst>
        </pc:spChg>
        <pc:spChg chg="mod">
          <ac:chgData name="Muni Satwik" userId="20afb6d8575ef266" providerId="LiveId" clId="{A1D1FDE4-2569-42EF-9904-D1DC1525E137}" dt="2026-10-12T11:09:51.141" v="508" actId="255"/>
          <ac:spMkLst>
            <pc:docMk/>
            <pc:sldMk cId="0" sldId="265"/>
            <ac:spMk id="3" creationId="{00000000-0000-0000-0000-000000000000}"/>
          </ac:spMkLst>
        </pc:spChg>
        <pc:spChg chg="mod">
          <ac:chgData name="Muni Satwik" userId="20afb6d8575ef266" providerId="LiveId" clId="{A1D1FDE4-2569-42EF-9904-D1DC1525E137}" dt="2026-10-12T11:09:40.837" v="507" actId="207"/>
          <ac:spMkLst>
            <pc:docMk/>
            <pc:sldMk cId="0" sldId="265"/>
            <ac:spMk id="4" creationId="{00000000-0000-0000-0000-000000000000}"/>
          </ac:spMkLst>
        </pc:spChg>
        <pc:spChg chg="del">
          <ac:chgData name="Muni Satwik" userId="20afb6d8575ef266" providerId="LiveId" clId="{A1D1FDE4-2569-42EF-9904-D1DC1525E137}" dt="2026-10-12T11:06:54.656" v="437" actId="478"/>
          <ac:spMkLst>
            <pc:docMk/>
            <pc:sldMk cId="0" sldId="265"/>
            <ac:spMk id="5" creationId="{00000000-0000-0000-0000-000000000000}"/>
          </ac:spMkLst>
        </pc:spChg>
        <pc:spChg chg="del mod">
          <ac:chgData name="Muni Satwik" userId="20afb6d8575ef266" providerId="LiveId" clId="{A1D1FDE4-2569-42EF-9904-D1DC1525E137}" dt="2026-10-12T11:07:55.561" v="454"/>
          <ac:spMkLst>
            <pc:docMk/>
            <pc:sldMk cId="0" sldId="265"/>
            <ac:spMk id="6" creationId="{00000000-0000-0000-0000-000000000000}"/>
          </ac:spMkLst>
        </pc:spChg>
        <pc:spChg chg="mod">
          <ac:chgData name="Muni Satwik" userId="20afb6d8575ef266" providerId="LiveId" clId="{A1D1FDE4-2569-42EF-9904-D1DC1525E137}" dt="2026-10-12T11:10:09.399" v="510" actId="207"/>
          <ac:spMkLst>
            <pc:docMk/>
            <pc:sldMk cId="0" sldId="265"/>
            <ac:spMk id="7" creationId="{00000000-0000-0000-0000-000000000000}"/>
          </ac:spMkLst>
        </pc:spChg>
        <pc:spChg chg="mod">
          <ac:chgData name="Muni Satwik" userId="20afb6d8575ef266" providerId="LiveId" clId="{A1D1FDE4-2569-42EF-9904-D1DC1525E137}" dt="2026-10-12T11:42:12.480" v="605" actId="255"/>
          <ac:spMkLst>
            <pc:docMk/>
            <pc:sldMk cId="0" sldId="265"/>
            <ac:spMk id="8" creationId="{00000000-0000-0000-0000-000000000000}"/>
          </ac:spMkLst>
        </pc:spChg>
      </pc:sldChg>
      <pc:sldChg chg="delSp modSp del mod">
        <pc:chgData name="Muni Satwik" userId="20afb6d8575ef266" providerId="LiveId" clId="{A1D1FDE4-2569-42EF-9904-D1DC1525E137}" dt="2026-10-12T11:09:22.682" v="506" actId="47"/>
        <pc:sldMkLst>
          <pc:docMk/>
          <pc:sldMk cId="0" sldId="266"/>
        </pc:sldMkLst>
        <pc:spChg chg="mod">
          <ac:chgData name="Muni Satwik" userId="20afb6d8575ef266" providerId="LiveId" clId="{A1D1FDE4-2569-42EF-9904-D1DC1525E137}" dt="2026-10-12T10:22:09.300" v="64" actId="207"/>
          <ac:spMkLst>
            <pc:docMk/>
            <pc:sldMk cId="0" sldId="266"/>
            <ac:spMk id="2" creationId="{00000000-0000-0000-0000-000000000000}"/>
          </ac:spMkLst>
        </pc:spChg>
        <pc:spChg chg="del">
          <ac:chgData name="Muni Satwik" userId="20afb6d8575ef266" providerId="LiveId" clId="{A1D1FDE4-2569-42EF-9904-D1DC1525E137}" dt="2026-10-12T11:09:08.319" v="505" actId="478"/>
          <ac:spMkLst>
            <pc:docMk/>
            <pc:sldMk cId="0" sldId="266"/>
            <ac:spMk id="5" creationId="{00000000-0000-0000-0000-000000000000}"/>
          </ac:spMkLst>
        </pc:spChg>
        <pc:spChg chg="del">
          <ac:chgData name="Muni Satwik" userId="20afb6d8575ef266" providerId="LiveId" clId="{A1D1FDE4-2569-42EF-9904-D1DC1525E137}" dt="2026-10-12T11:09:05.916" v="504" actId="478"/>
          <ac:spMkLst>
            <pc:docMk/>
            <pc:sldMk cId="0" sldId="266"/>
            <ac:spMk id="6" creationId="{00000000-0000-0000-0000-000000000000}"/>
          </ac:spMkLst>
        </pc:spChg>
      </pc:sldChg>
      <pc:sldChg chg="new del ord">
        <pc:chgData name="Muni Satwik" userId="20afb6d8575ef266" providerId="LiveId" clId="{A1D1FDE4-2569-42EF-9904-D1DC1525E137}" dt="2026-10-12T11:26:46.095" v="591" actId="47"/>
        <pc:sldMkLst>
          <pc:docMk/>
          <pc:sldMk cId="76048847" sldId="266"/>
        </pc:sldMkLst>
      </pc:sldChg>
      <pc:sldChg chg="addSp modSp new mod">
        <pc:chgData name="Muni Satwik" userId="20afb6d8575ef266" providerId="LiveId" clId="{A1D1FDE4-2569-42EF-9904-D1DC1525E137}" dt="2026-10-12T11:28:20.479" v="602" actId="1440"/>
        <pc:sldMkLst>
          <pc:docMk/>
          <pc:sldMk cId="557822267" sldId="266"/>
        </pc:sldMkLst>
        <pc:picChg chg="add mod">
          <ac:chgData name="Muni Satwik" userId="20afb6d8575ef266" providerId="LiveId" clId="{A1D1FDE4-2569-42EF-9904-D1DC1525E137}" dt="2026-10-12T11:28:20.479" v="602" actId="1440"/>
          <ac:picMkLst>
            <pc:docMk/>
            <pc:sldMk cId="557822267" sldId="266"/>
            <ac:picMk id="3" creationId="{DD85D63E-B8AA-A163-17BE-C049ADD8D110}"/>
          </ac:picMkLst>
        </pc:picChg>
      </pc:sldChg>
      <pc:sldChg chg="addSp delSp modSp new del mod">
        <pc:chgData name="Muni Satwik" userId="20afb6d8575ef266" providerId="LiveId" clId="{A1D1FDE4-2569-42EF-9904-D1DC1525E137}" dt="2026-10-12T11:27:32.636" v="596" actId="47"/>
        <pc:sldMkLst>
          <pc:docMk/>
          <pc:sldMk cId="3209393151" sldId="266"/>
        </pc:sldMkLst>
        <pc:spChg chg="del">
          <ac:chgData name="Muni Satwik" userId="20afb6d8575ef266" providerId="LiveId" clId="{A1D1FDE4-2569-42EF-9904-D1DC1525E137}" dt="2026-10-12T11:27:18.470" v="593" actId="931"/>
          <ac:spMkLst>
            <pc:docMk/>
            <pc:sldMk cId="3209393151" sldId="266"/>
            <ac:spMk id="3" creationId="{65A0122D-EB9B-F394-A0F9-7A95A849AA0C}"/>
          </ac:spMkLst>
        </pc:spChg>
        <pc:spChg chg="add mod">
          <ac:chgData name="Muni Satwik" userId="20afb6d8575ef266" providerId="LiveId" clId="{A1D1FDE4-2569-42EF-9904-D1DC1525E137}" dt="2026-10-12T11:27:26.133" v="595" actId="478"/>
          <ac:spMkLst>
            <pc:docMk/>
            <pc:sldMk cId="3209393151" sldId="266"/>
            <ac:spMk id="8" creationId="{2675A932-1EE4-5B8F-A368-864B1D27475B}"/>
          </ac:spMkLst>
        </pc:spChg>
        <pc:picChg chg="add del mod ord">
          <ac:chgData name="Muni Satwik" userId="20afb6d8575ef266" providerId="LiveId" clId="{A1D1FDE4-2569-42EF-9904-D1DC1525E137}" dt="2026-10-12T11:27:26.133" v="595" actId="478"/>
          <ac:picMkLst>
            <pc:docMk/>
            <pc:sldMk cId="3209393151" sldId="266"/>
            <ac:picMk id="6" creationId="{254924DF-AD13-28CA-E376-26D4746A3FCC}"/>
          </ac:picMkLst>
        </pc:picChg>
      </pc:sldChg>
      <pc:sldChg chg="addSp delSp new del mod">
        <pc:chgData name="Muni Satwik" userId="20afb6d8575ef266" providerId="LiveId" clId="{A1D1FDE4-2569-42EF-9904-D1DC1525E137}" dt="2026-10-12T11:42:51.654" v="609" actId="47"/>
        <pc:sldMkLst>
          <pc:docMk/>
          <pc:sldMk cId="881396107" sldId="267"/>
        </pc:sldMkLst>
        <pc:spChg chg="add del">
          <ac:chgData name="Muni Satwik" userId="20afb6d8575ef266" providerId="LiveId" clId="{A1D1FDE4-2569-42EF-9904-D1DC1525E137}" dt="2026-10-12T11:42:46.135" v="608" actId="478"/>
          <ac:spMkLst>
            <pc:docMk/>
            <pc:sldMk cId="881396107" sldId="267"/>
            <ac:spMk id="3" creationId="{C4852287-76E7-DCF4-6C09-C6CE9840ACC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9D47D2-4742-48DB-83D9-E7ABEAC1AFAF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AD40DF-C2F7-4F1A-AE4E-02B30FD3B5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7027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AD40DF-C2F7-4F1A-AE4E-02B30FD3B57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0984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AD40DF-C2F7-4F1A-AE4E-02B30FD3B57E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604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E8F1F8">
                  <a:shade val="30000"/>
                  <a:satMod val="115000"/>
                </a:srgbClr>
              </a:gs>
              <a:gs pos="50000">
                <a:srgbClr val="E8F1F8">
                  <a:shade val="67500"/>
                  <a:satMod val="115000"/>
                </a:srgbClr>
              </a:gs>
              <a:gs pos="100000">
                <a:srgbClr val="E8F1F8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C0C0C0"/>
              </a:highlight>
            </a:endParaRPr>
          </a:p>
          <a:p>
            <a:pPr algn="ctr"/>
            <a:endParaRPr lang="en-US" dirty="0">
              <a:highlight>
                <a:srgbClr val="C0C0C0"/>
              </a:highlight>
            </a:endParaRPr>
          </a:p>
          <a:p>
            <a:pPr algn="ctr"/>
            <a:endParaRPr lang="en-IN" dirty="0">
              <a:highlight>
                <a:srgbClr val="C0C0C0"/>
              </a:highlight>
            </a:endParaRPr>
          </a:p>
          <a:p>
            <a:pPr algn="ctr"/>
            <a:endParaRPr lang="en-IN" dirty="0">
              <a:highlight>
                <a:srgbClr val="C0C0C0"/>
              </a:highlight>
            </a:endParaRPr>
          </a:p>
          <a:p>
            <a:r>
              <a:rPr lang="en-IN" dirty="0">
                <a:highlight>
                  <a:srgbClr val="C0C0C0"/>
                </a:highlight>
              </a:rPr>
              <a:t>		</a:t>
            </a:r>
          </a:p>
          <a:p>
            <a:r>
              <a:rPr lang="en-IN" dirty="0"/>
              <a:t>		</a:t>
            </a:r>
          </a:p>
          <a:p>
            <a:endParaRPr lang="en-IN" dirty="0">
              <a:solidFill>
                <a:srgbClr val="142D4E"/>
              </a:solidFill>
            </a:endParaRPr>
          </a:p>
          <a:p>
            <a:endParaRPr lang="en-IN" dirty="0">
              <a:solidFill>
                <a:srgbClr val="142D4E"/>
              </a:solidFill>
            </a:endParaRPr>
          </a:p>
          <a:p>
            <a:r>
              <a:rPr lang="en-IN" dirty="0">
                <a:solidFill>
                  <a:srgbClr val="142D4E"/>
                </a:solidFill>
              </a:rPr>
              <a:t>		</a:t>
            </a:r>
          </a:p>
          <a:p>
            <a:endParaRPr lang="en-IN" sz="2400" dirty="0">
              <a:solidFill>
                <a:srgbClr val="142D4E"/>
              </a:solidFill>
            </a:endParaRPr>
          </a:p>
          <a:p>
            <a:r>
              <a:rPr lang="en-IN" sz="2400" dirty="0">
                <a:solidFill>
                  <a:srgbClr val="142D4E"/>
                </a:solidFill>
              </a:rPr>
              <a:t>		STUDENTS:</a:t>
            </a:r>
          </a:p>
          <a:p>
            <a:endParaRPr lang="en-IN" dirty="0">
              <a:solidFill>
                <a:srgbClr val="142D4E"/>
              </a:solidFill>
              <a:highlight>
                <a:srgbClr val="C0C0C0"/>
              </a:highlight>
            </a:endParaRPr>
          </a:p>
          <a:p>
            <a:r>
              <a:rPr lang="en-IN" dirty="0">
                <a:solidFill>
                  <a:srgbClr val="142D4E"/>
                </a:solidFill>
              </a:rPr>
              <a:t>				</a:t>
            </a:r>
            <a:r>
              <a:rPr lang="en-IN" sz="2400" dirty="0">
                <a:solidFill>
                  <a:srgbClr val="142D4E"/>
                </a:solidFill>
              </a:rPr>
              <a:t>1.</a:t>
            </a:r>
            <a:r>
              <a:rPr lang="en-IN" sz="2800" dirty="0">
                <a:solidFill>
                  <a:srgbClr val="142D4E"/>
                </a:solidFill>
              </a:rPr>
              <a:t>M.MUNI SATWIK  (25JE0925)</a:t>
            </a:r>
          </a:p>
          <a:p>
            <a:r>
              <a:rPr lang="en-IN" sz="2800" dirty="0">
                <a:solidFill>
                  <a:srgbClr val="142D4E"/>
                </a:solidFill>
              </a:rPr>
              <a:t>				2.M.HAVISH (25JE0924)</a:t>
            </a:r>
          </a:p>
          <a:p>
            <a:r>
              <a:rPr lang="en-IN" sz="2800" dirty="0">
                <a:solidFill>
                  <a:srgbClr val="142D4E"/>
                </a:solidFill>
              </a:rPr>
              <a:t>				3.S. RAKESH ANANDD (25JE0962)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9487" y="607766"/>
            <a:ext cx="10332720" cy="297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38BDF8"/>
                </a:solidFill>
              </a:defRPr>
            </a:pPr>
            <a:r>
              <a:rPr sz="2400" dirty="0">
                <a:solidFill>
                  <a:srgbClr val="254061"/>
                </a:solidFill>
              </a:rPr>
              <a:t>C++ OOP ARCHITECTURE &amp; SYSTEM DEEP DIVE</a:t>
            </a:r>
          </a:p>
          <a:p>
            <a:pPr>
              <a:spcAft>
                <a:spcPts val="1600"/>
              </a:spcAft>
              <a:defRPr sz="3600" b="1">
                <a:solidFill>
                  <a:srgbClr val="F1F5F9"/>
                </a:solidFill>
              </a:defRPr>
            </a:pPr>
            <a:r>
              <a:rPr sz="4000" dirty="0">
                <a:solidFill>
                  <a:schemeClr val="tx2">
                    <a:lumMod val="50000"/>
                  </a:schemeClr>
                </a:solidFill>
              </a:rPr>
              <a:t>E-Learning Course Management System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rPr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 Complete Analysis of Codebase Design, Role-Based Workflows,</a:t>
            </a:r>
            <a:br>
              <a:rPr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and Implementation of Core Object-Oriented Principles</a:t>
            </a:r>
          </a:p>
          <a:p>
            <a:pPr>
              <a:defRPr sz="1300">
                <a:solidFill>
                  <a:srgbClr val="34D399"/>
                </a:solidFill>
              </a:defRPr>
            </a:pPr>
            <a:r>
              <a:rPr sz="2000" dirty="0">
                <a:solidFill>
                  <a:srgbClr val="7030A0"/>
                </a:solidFill>
              </a:rPr>
              <a:t>Topics Covered: Classes &amp; Objects • Encapsulation • Inheritance • Polymorphism • Abstraction • Persistence</a:t>
            </a:r>
            <a:endParaRPr lang="en-US" sz="20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E8F1F8">
                  <a:shade val="30000"/>
                  <a:satMod val="115000"/>
                </a:srgbClr>
              </a:gs>
              <a:gs pos="50000">
                <a:srgbClr val="E8F1F8">
                  <a:shade val="67500"/>
                  <a:satMod val="115000"/>
                </a:srgbClr>
              </a:gs>
              <a:gs pos="100000">
                <a:srgbClr val="E8F1F8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rPr sz="2000" dirty="0"/>
              <a:t>E-LEARNING SYSTEM | C++ OOP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rPr dirty="0">
                <a:solidFill>
                  <a:srgbClr val="142D4E"/>
                </a:solidFill>
              </a:rPr>
              <a:t>Project Overview: What is this Code About?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E6E0EC">
              <a:alpha val="80000"/>
            </a:srgbClr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2926080" cy="3934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1F5F9"/>
                </a:solidFill>
              </a:defRPr>
            </a:pPr>
            <a:r>
              <a:rPr sz="2400" dirty="0">
                <a:solidFill>
                  <a:srgbClr val="142D4E"/>
                </a:solidFill>
              </a:rPr>
              <a:t>1. </a:t>
            </a:r>
            <a:r>
              <a:rPr lang="en-US" sz="2400" dirty="0">
                <a:solidFill>
                  <a:srgbClr val="142D4E"/>
                </a:solidFill>
              </a:rPr>
              <a:t>Project</a:t>
            </a:r>
            <a:endParaRPr sz="2400" dirty="0">
              <a:solidFill>
                <a:srgbClr val="142D4E"/>
              </a:solidFill>
            </a:endParaRPr>
          </a:p>
          <a:p>
            <a:pPr>
              <a:spcAft>
                <a:spcPts val="600"/>
              </a:spcAft>
              <a:defRPr sz="1000" b="1">
                <a:solidFill>
                  <a:srgbClr val="38BDF8"/>
                </a:solidFill>
              </a:defRPr>
            </a:pPr>
            <a:r>
              <a:rPr sz="2400" dirty="0">
                <a:solidFill>
                  <a:srgbClr val="142D4E"/>
                </a:solidFill>
              </a:rPr>
              <a:t>[System Architecture]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sz="1900" dirty="0">
                <a:solidFill>
                  <a:srgbClr val="142D4E"/>
                </a:solidFill>
              </a:rPr>
              <a:t>• Interactive terminal-based learning management system.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sz="1900" dirty="0">
                <a:solidFill>
                  <a:srgbClr val="142D4E"/>
                </a:solidFill>
              </a:rPr>
              <a:t>• Provides dedicated user workspaces for Students, Teachers, Admins, and Guests.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sz="1900" dirty="0">
                <a:solidFill>
                  <a:srgbClr val="142D4E"/>
                </a:solidFill>
              </a:rPr>
              <a:t>• Secure authentication ensuring credential verification per role.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E6E0EC">
              <a:alpha val="80000"/>
            </a:srgbClr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600200"/>
            <a:ext cx="2926080" cy="4119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1F5F9"/>
                </a:solidFill>
              </a:defRPr>
            </a:pPr>
            <a:r>
              <a:rPr sz="2000" dirty="0">
                <a:solidFill>
                  <a:srgbClr val="142D4E"/>
                </a:solidFill>
              </a:rPr>
              <a:t>2. Course &amp; Chapter Hierarchy</a:t>
            </a:r>
          </a:p>
          <a:p>
            <a:pPr>
              <a:spcAft>
                <a:spcPts val="600"/>
              </a:spcAft>
              <a:defRPr sz="1000" b="1">
                <a:solidFill>
                  <a:srgbClr val="A855F7"/>
                </a:solidFill>
              </a:defRPr>
            </a:pPr>
            <a:r>
              <a:rPr sz="2000" dirty="0">
                <a:solidFill>
                  <a:srgbClr val="142D4E"/>
                </a:solidFill>
              </a:rPr>
              <a:t>[Domain Hierarchy]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sz="1900" dirty="0">
                <a:solidFill>
                  <a:srgbClr val="142D4E"/>
                </a:solidFill>
              </a:rPr>
              <a:t>• Structured course catalog with title, description, and instructor.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sz="1900" dirty="0">
                <a:solidFill>
                  <a:srgbClr val="142D4E"/>
                </a:solidFill>
              </a:rPr>
              <a:t>• Chapters nested inside courses with study content and durations.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sz="1900" dirty="0">
                <a:solidFill>
                  <a:srgbClr val="142D4E"/>
                </a:solidFill>
              </a:rPr>
              <a:t>• Interactive reader module allowing students to track lesson completion &amp; progress</a:t>
            </a:r>
            <a:r>
              <a:rPr sz="1900" dirty="0"/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E6E0EC">
              <a:alpha val="80000"/>
            </a:srgbClr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143" y="1615588"/>
            <a:ext cx="2926080" cy="4103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1F5F9"/>
                </a:solidFill>
              </a:defRPr>
            </a:pPr>
            <a:r>
              <a:rPr sz="2000" dirty="0">
                <a:solidFill>
                  <a:srgbClr val="142D4E"/>
                </a:solidFill>
              </a:rPr>
              <a:t>3. Robust File Persistence</a:t>
            </a:r>
          </a:p>
          <a:p>
            <a:pPr>
              <a:spcAft>
                <a:spcPts val="600"/>
              </a:spcAft>
              <a:defRPr sz="1000" b="1">
                <a:solidFill>
                  <a:srgbClr val="34D399"/>
                </a:solidFill>
              </a:defRPr>
            </a:pPr>
            <a:r>
              <a:rPr sz="2000" dirty="0">
                <a:solidFill>
                  <a:srgbClr val="142D4E"/>
                </a:solidFill>
              </a:rPr>
              <a:t>[Persistence &amp; Storage]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sz="1900" dirty="0">
                <a:solidFill>
                  <a:srgbClr val="142D4E"/>
                </a:solidFill>
              </a:rPr>
              <a:t>• Automatic file loading during system initialization.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sz="1900" dirty="0">
                <a:solidFill>
                  <a:srgbClr val="142D4E"/>
                </a:solidFill>
              </a:rPr>
              <a:t>• Reads &amp; writes structured delimited text files: users.txt, admin.txt, teachers.txt, course.txt, enrollments.txt.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sz="1900" dirty="0">
                <a:solidFill>
                  <a:srgbClr val="142D4E"/>
                </a:solidFill>
              </a:rPr>
              <a:t>• Zero data loss: automatically writes to </a:t>
            </a:r>
            <a:r>
              <a:rPr lang="en-US" sz="1900" dirty="0">
                <a:solidFill>
                  <a:srgbClr val="142D4E"/>
                </a:solidFill>
              </a:rPr>
              <a:t>files</a:t>
            </a:r>
            <a:r>
              <a:rPr sz="1900" dirty="0">
                <a:solidFill>
                  <a:srgbClr val="142D4E"/>
                </a:solidFill>
              </a:rPr>
              <a:t> on mutation and upon clean exit.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E8F1F8">
                  <a:shade val="30000"/>
                  <a:satMod val="115000"/>
                </a:srgbClr>
              </a:gs>
              <a:gs pos="50000">
                <a:srgbClr val="E8F1F8">
                  <a:shade val="67500"/>
                  <a:satMod val="115000"/>
                </a:srgbClr>
              </a:gs>
              <a:gs pos="100000">
                <a:srgbClr val="E8F1F8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rPr sz="2000" dirty="0"/>
              <a:t>E-LEARNING SYSTEM | C++ OOP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rPr sz="2400" dirty="0">
                <a:solidFill>
                  <a:srgbClr val="142D4E"/>
                </a:solidFill>
              </a:rPr>
              <a:t>System Architecture: Classes &amp; Data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2194560"/>
          </a:xfrm>
          <a:prstGeom prst="roundRect">
            <a:avLst/>
          </a:prstGeom>
          <a:solidFill>
            <a:srgbClr val="E6E0EC">
              <a:alpha val="80000"/>
            </a:srgbClr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2926080" cy="1856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1F5F9"/>
                </a:solidFill>
              </a:defRPr>
            </a:pPr>
            <a:r>
              <a:rPr sz="2400" dirty="0">
                <a:solidFill>
                  <a:srgbClr val="142D4E"/>
                </a:solidFill>
              </a:rPr>
              <a:t>User (Abstract Base)</a:t>
            </a:r>
          </a:p>
          <a:p>
            <a:pPr>
              <a:spcAft>
                <a:spcPts val="600"/>
              </a:spcAft>
              <a:defRPr sz="1000" b="1">
                <a:solidFill>
                  <a:srgbClr val="A855F7"/>
                </a:solidFill>
              </a:defRPr>
            </a:pPr>
            <a:r>
              <a:rPr sz="1900" dirty="0">
                <a:solidFill>
                  <a:srgbClr val="142D4E"/>
                </a:solidFill>
              </a:rPr>
              <a:t>[Base Class]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sz="1200" dirty="0">
                <a:solidFill>
                  <a:srgbClr val="142D4E"/>
                </a:solidFill>
              </a:rPr>
              <a:t>• Defines base identity (id, name, username, password).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sz="1200" dirty="0">
                <a:solidFill>
                  <a:srgbClr val="142D4E"/>
                </a:solidFill>
              </a:rPr>
              <a:t>• Declares pure virtual function </a:t>
            </a:r>
            <a:r>
              <a:rPr sz="1200" dirty="0" err="1">
                <a:solidFill>
                  <a:srgbClr val="142D4E"/>
                </a:solidFill>
              </a:rPr>
              <a:t>getRole</a:t>
            </a:r>
            <a:r>
              <a:rPr sz="1200" dirty="0">
                <a:solidFill>
                  <a:srgbClr val="142D4E"/>
                </a:solidFill>
              </a:rPr>
              <a:t>().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sz="1200" dirty="0">
                <a:solidFill>
                  <a:srgbClr val="142D4E"/>
                </a:solidFill>
              </a:rPr>
              <a:t>• Defines virtual </a:t>
            </a:r>
            <a:r>
              <a:rPr sz="1200" dirty="0" err="1">
                <a:solidFill>
                  <a:srgbClr val="142D4E"/>
                </a:solidFill>
              </a:rPr>
              <a:t>displayInfo</a:t>
            </a:r>
            <a:r>
              <a:rPr sz="1200" dirty="0">
                <a:solidFill>
                  <a:srgbClr val="142D4E"/>
                </a:solidFill>
              </a:rPr>
              <a:t>() and </a:t>
            </a:r>
            <a:r>
              <a:rPr sz="1200" dirty="0" err="1">
                <a:solidFill>
                  <a:srgbClr val="142D4E"/>
                </a:solidFill>
              </a:rPr>
              <a:t>checkPassword</a:t>
            </a:r>
            <a:r>
              <a:rPr sz="1200" dirty="0">
                <a:solidFill>
                  <a:srgbClr val="142D4E"/>
                </a:solidFill>
              </a:rPr>
              <a:t>().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3291840" cy="2286000"/>
          </a:xfrm>
          <a:prstGeom prst="roundRect">
            <a:avLst/>
          </a:prstGeom>
          <a:solidFill>
            <a:srgbClr val="E6E0EC">
              <a:alpha val="80000"/>
            </a:srgbClr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2926080" cy="2056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1F5F9"/>
                </a:solidFill>
              </a:defRPr>
            </a:pPr>
            <a:r>
              <a:rPr sz="2400" dirty="0">
                <a:solidFill>
                  <a:srgbClr val="142D4E"/>
                </a:solidFill>
              </a:rPr>
              <a:t>Derived Roles</a:t>
            </a:r>
          </a:p>
          <a:p>
            <a:pPr>
              <a:spcAft>
                <a:spcPts val="600"/>
              </a:spcAft>
              <a:defRPr sz="1000" b="1">
                <a:solidFill>
                  <a:srgbClr val="38BDF8"/>
                </a:solidFill>
              </a:defRPr>
            </a:pPr>
            <a:r>
              <a:rPr sz="2000" dirty="0">
                <a:solidFill>
                  <a:srgbClr val="142D4E"/>
                </a:solidFill>
              </a:rPr>
              <a:t>[Inheritance Hierarchy]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sz="1200" dirty="0">
                <a:solidFill>
                  <a:srgbClr val="142D4E"/>
                </a:solidFill>
              </a:rPr>
              <a:t>• Student: Manages vector&lt;Enrollment&gt; &amp; progress.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sz="1200" dirty="0">
                <a:solidFill>
                  <a:srgbClr val="142D4E"/>
                </a:solidFill>
              </a:rPr>
              <a:t>• Teacher: Includes department, owns assigned courses.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sz="1200" dirty="0">
                <a:solidFill>
                  <a:srgbClr val="142D4E"/>
                </a:solidFill>
              </a:rPr>
              <a:t>• Admin: Complete oversight across all users &amp; catalog.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291840" cy="2194560"/>
          </a:xfrm>
          <a:prstGeom prst="roundRect">
            <a:avLst/>
          </a:prstGeom>
          <a:solidFill>
            <a:srgbClr val="E6E0EC">
              <a:alpha val="80000"/>
            </a:srgbClr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600200"/>
            <a:ext cx="2926080" cy="2056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1F5F9"/>
                </a:solidFill>
              </a:defRPr>
            </a:pPr>
            <a:r>
              <a:rPr sz="2400" dirty="0">
                <a:solidFill>
                  <a:srgbClr val="142D4E"/>
                </a:solidFill>
              </a:rPr>
              <a:t>Course &amp; Chapter</a:t>
            </a:r>
          </a:p>
          <a:p>
            <a:pPr>
              <a:spcAft>
                <a:spcPts val="600"/>
              </a:spcAft>
              <a:defRPr sz="1000" b="1">
                <a:solidFill>
                  <a:srgbClr val="34D399"/>
                </a:solidFill>
              </a:defRPr>
            </a:pPr>
            <a:r>
              <a:rPr sz="2000" dirty="0">
                <a:solidFill>
                  <a:srgbClr val="142D4E"/>
                </a:solidFill>
              </a:rPr>
              <a:t>[Learning Catalog]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sz="1200" dirty="0">
                <a:solidFill>
                  <a:srgbClr val="142D4E"/>
                </a:solidFill>
              </a:rPr>
              <a:t>• Chapter: id, title, summary text, duration in minutes.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sz="1200" dirty="0">
                <a:solidFill>
                  <a:srgbClr val="142D4E"/>
                </a:solidFill>
              </a:rPr>
              <a:t>• Course: Has-A collection of Chapter objects (Composition).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sz="1200" dirty="0">
                <a:solidFill>
                  <a:srgbClr val="142D4E"/>
                </a:solidFill>
              </a:rPr>
              <a:t>• Provides formatted console cards &amp; chapter traversal.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931920"/>
            <a:ext cx="3291840" cy="2286000"/>
          </a:xfrm>
          <a:prstGeom prst="roundRect">
            <a:avLst/>
          </a:prstGeom>
          <a:solidFill>
            <a:srgbClr val="E6E0EC">
              <a:alpha val="80000"/>
            </a:srgbClr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4069080"/>
            <a:ext cx="2926080" cy="1687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1F5F9"/>
                </a:solidFill>
              </a:defRPr>
            </a:pPr>
            <a:r>
              <a:rPr sz="2400" dirty="0">
                <a:solidFill>
                  <a:srgbClr val="142D4E"/>
                </a:solidFill>
              </a:rPr>
              <a:t>Enrollment</a:t>
            </a:r>
          </a:p>
          <a:p>
            <a:pPr>
              <a:spcAft>
                <a:spcPts val="600"/>
              </a:spcAft>
              <a:defRPr sz="1000" b="1">
                <a:solidFill>
                  <a:srgbClr val="38BDF8"/>
                </a:solidFill>
              </a:defRPr>
            </a:pPr>
            <a:r>
              <a:rPr sz="2000" dirty="0">
                <a:solidFill>
                  <a:srgbClr val="142D4E"/>
                </a:solidFill>
              </a:rPr>
              <a:t>[Association Entity]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sz="1200" dirty="0">
                <a:solidFill>
                  <a:srgbClr val="142D4E"/>
                </a:solidFill>
              </a:rPr>
              <a:t>• Connects Student ID to Course ID.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sz="1200" dirty="0">
                <a:solidFill>
                  <a:srgbClr val="142D4E"/>
                </a:solidFill>
              </a:rPr>
              <a:t>• Maintains </a:t>
            </a:r>
            <a:r>
              <a:rPr sz="1200" dirty="0" err="1">
                <a:solidFill>
                  <a:srgbClr val="142D4E"/>
                </a:solidFill>
              </a:rPr>
              <a:t>completedChapters</a:t>
            </a:r>
            <a:r>
              <a:rPr sz="1200" dirty="0">
                <a:solidFill>
                  <a:srgbClr val="142D4E"/>
                </a:solidFill>
              </a:rPr>
              <a:t> counter.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sz="1200" dirty="0">
                <a:solidFill>
                  <a:srgbClr val="142D4E"/>
                </a:solidFill>
              </a:rPr>
              <a:t>• Calculates dynamic % progress in student dashboard.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E6E0EC">
              <a:alpha val="80000"/>
            </a:srgbClr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0" y="1600200"/>
            <a:ext cx="3017520" cy="3667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1F5F9"/>
                </a:solidFill>
              </a:defRPr>
            </a:pPr>
            <a:r>
              <a:rPr sz="2400" dirty="0" err="1">
                <a:solidFill>
                  <a:srgbClr val="142D4E"/>
                </a:solidFill>
              </a:rPr>
              <a:t>ElearningSystem</a:t>
            </a:r>
            <a:endParaRPr sz="2400" dirty="0">
              <a:solidFill>
                <a:srgbClr val="142D4E"/>
              </a:solidFill>
            </a:endParaRPr>
          </a:p>
          <a:p>
            <a:pPr>
              <a:spcAft>
                <a:spcPts val="600"/>
              </a:spcAft>
              <a:defRPr sz="1000" b="1">
                <a:solidFill>
                  <a:srgbClr val="A855F7"/>
                </a:solidFill>
              </a:defRPr>
            </a:pPr>
            <a:r>
              <a:rPr sz="2000" dirty="0">
                <a:solidFill>
                  <a:srgbClr val="142D4E"/>
                </a:solidFill>
              </a:rPr>
              <a:t>[System Controller]</a:t>
            </a:r>
            <a:endParaRPr lang="en-IN" sz="2000" dirty="0">
              <a:solidFill>
                <a:srgbClr val="142D4E"/>
              </a:solidFill>
            </a:endParaRP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lang="en-IN" sz="1700" dirty="0">
                <a:solidFill>
                  <a:srgbClr val="142D4E"/>
                </a:solidFill>
              </a:rPr>
              <a:t>• Orchestrates overall system state &amp; CLI workflows.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lang="en-IN" sz="1700" dirty="0">
                <a:solidFill>
                  <a:srgbClr val="142D4E"/>
                </a:solidFill>
              </a:rPr>
              <a:t>• Contains collections: students, teachers, admins, courses.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lang="en-IN" sz="1700" dirty="0">
                <a:solidFill>
                  <a:srgbClr val="142D4E"/>
                </a:solidFill>
              </a:rPr>
              <a:t>• Implements RAII: auto-loads on </a:t>
            </a:r>
            <a:r>
              <a:rPr lang="en-IN" sz="1700" dirty="0" err="1">
                <a:solidFill>
                  <a:srgbClr val="142D4E"/>
                </a:solidFill>
              </a:rPr>
              <a:t>init</a:t>
            </a:r>
            <a:r>
              <a:rPr lang="en-IN" sz="1700" dirty="0">
                <a:solidFill>
                  <a:srgbClr val="142D4E"/>
                </a:solidFill>
              </a:rPr>
              <a:t>, auto-saves on destroy.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lang="en-IN" sz="1700" dirty="0">
                <a:solidFill>
                  <a:srgbClr val="142D4E"/>
                </a:solidFill>
              </a:rPr>
              <a:t>• Handles menu dispatching &amp; credential validation.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lang="en-IN" sz="1700" dirty="0">
                <a:solidFill>
                  <a:srgbClr val="142D4E"/>
                </a:solidFill>
              </a:rPr>
              <a:t>• Isolates low-level file I/O operations from business logic</a:t>
            </a:r>
            <a:r>
              <a:rPr lang="en-IN" sz="17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E8F1F8">
                  <a:shade val="30000"/>
                  <a:satMod val="115000"/>
                </a:srgbClr>
              </a:gs>
              <a:gs pos="50000">
                <a:srgbClr val="E8F1F8">
                  <a:shade val="67500"/>
                  <a:satMod val="115000"/>
                </a:srgbClr>
              </a:gs>
              <a:gs pos="100000">
                <a:srgbClr val="E8F1F8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rPr sz="2000" dirty="0"/>
              <a:t>E-LEARNING SYSTEM | C++ OOP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28434"/>
            <a:ext cx="1051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rPr sz="2400" dirty="0">
                <a:solidFill>
                  <a:srgbClr val="142D4E"/>
                </a:solidFill>
              </a:rPr>
              <a:t>OOP Principle 1: Classes &amp; Objects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E6E0EC">
              <a:alpha val="80000"/>
            </a:srgbClr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344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1F5F9"/>
                </a:solidFill>
              </a:defRPr>
            </a:pPr>
            <a:r>
              <a:rPr sz="2400" dirty="0">
                <a:solidFill>
                  <a:srgbClr val="142D4E"/>
                </a:solidFill>
              </a:rPr>
              <a:t>Classes Defined in Codebase</a:t>
            </a:r>
          </a:p>
          <a:p>
            <a:pPr>
              <a:spcAft>
                <a:spcPts val="600"/>
              </a:spcAft>
              <a:defRPr sz="1000" b="1">
                <a:solidFill>
                  <a:srgbClr val="38BDF8"/>
                </a:solidFill>
              </a:defRPr>
            </a:pPr>
            <a:r>
              <a:rPr sz="2000" dirty="0">
                <a:solidFill>
                  <a:srgbClr val="142D4E"/>
                </a:solidFill>
              </a:rPr>
              <a:t>[Blueprint Definitions]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sz="1700" dirty="0">
                <a:solidFill>
                  <a:srgbClr val="142D4E"/>
                </a:solidFill>
              </a:rPr>
              <a:t>• Chapter : Models an individual lecture/lesson unit.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sz="1700" dirty="0">
                <a:solidFill>
                  <a:srgbClr val="142D4E"/>
                </a:solidFill>
              </a:rPr>
              <a:t>• Course : Models a course containing multiple chapters.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sz="1700" dirty="0">
                <a:solidFill>
                  <a:srgbClr val="142D4E"/>
                </a:solidFill>
              </a:rPr>
              <a:t>• User : Blueprint class for system actors.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sz="1700" dirty="0">
                <a:solidFill>
                  <a:srgbClr val="142D4E"/>
                </a:solidFill>
              </a:rPr>
              <a:t>• Enrollment : Tracks student participation in courses.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sz="1700" dirty="0">
                <a:solidFill>
                  <a:srgbClr val="142D4E"/>
                </a:solidFill>
              </a:rPr>
              <a:t>• Student : Encapsulates student actions &amp; progress.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sz="1700" dirty="0">
                <a:solidFill>
                  <a:srgbClr val="142D4E"/>
                </a:solidFill>
              </a:rPr>
              <a:t>• Teacher : Encapsulates instructor actions.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sz="1700" dirty="0">
                <a:solidFill>
                  <a:srgbClr val="142D4E"/>
                </a:solidFill>
              </a:rPr>
              <a:t>• Admin : Encapsulates administrator</a:t>
            </a:r>
            <a:r>
              <a:rPr lang="en-US" sz="1700" dirty="0">
                <a:solidFill>
                  <a:srgbClr val="142D4E"/>
                </a:solidFill>
              </a:rPr>
              <a:t> privilege</a:t>
            </a:r>
            <a:r>
              <a:rPr sz="1700" dirty="0">
                <a:solidFill>
                  <a:srgbClr val="142D4E"/>
                </a:solidFill>
              </a:rPr>
              <a:t>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sz="1700" dirty="0">
                <a:solidFill>
                  <a:srgbClr val="142D4E"/>
                </a:solidFill>
              </a:rPr>
              <a:t>• </a:t>
            </a:r>
            <a:r>
              <a:rPr sz="1700" dirty="0" err="1">
                <a:solidFill>
                  <a:srgbClr val="142D4E"/>
                </a:solidFill>
              </a:rPr>
              <a:t>ElearningSystem</a:t>
            </a:r>
            <a:r>
              <a:rPr sz="1700" dirty="0">
                <a:solidFill>
                  <a:srgbClr val="142D4E"/>
                </a:solidFill>
              </a:rPr>
              <a:t> : System coordinator</a:t>
            </a:r>
            <a:r>
              <a:rPr sz="1700"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E6E0EC">
              <a:alpha val="80000"/>
            </a:srgbClr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1F5F9"/>
                </a:solidFill>
              </a:defRPr>
            </a:pPr>
            <a:r>
              <a:rPr sz="2400" dirty="0">
                <a:solidFill>
                  <a:srgbClr val="142D4E"/>
                </a:solidFill>
              </a:rPr>
              <a:t>Object Instantiation &amp; Lifecycle</a:t>
            </a:r>
          </a:p>
          <a:p>
            <a:pPr>
              <a:spcAft>
                <a:spcPts val="600"/>
              </a:spcAft>
              <a:defRPr sz="1000" b="1">
                <a:solidFill>
                  <a:srgbClr val="34D399"/>
                </a:solidFill>
              </a:defRPr>
            </a:pPr>
            <a:r>
              <a:rPr sz="2000" dirty="0">
                <a:solidFill>
                  <a:srgbClr val="142D4E"/>
                </a:solidFill>
              </a:rPr>
              <a:t>[Instantiation in Memory]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sz="1650" dirty="0">
                <a:solidFill>
                  <a:srgbClr val="142D4E"/>
                </a:solidFill>
              </a:rPr>
              <a:t>• System Instance in main():</a:t>
            </a:r>
            <a:br>
              <a:rPr sz="1650" dirty="0">
                <a:solidFill>
                  <a:srgbClr val="142D4E"/>
                </a:solidFill>
              </a:rPr>
            </a:br>
            <a:r>
              <a:rPr sz="1650" dirty="0">
                <a:solidFill>
                  <a:srgbClr val="142D4E"/>
                </a:solidFill>
              </a:rPr>
              <a:t>  </a:t>
            </a:r>
            <a:r>
              <a:rPr sz="1650" dirty="0" err="1">
                <a:solidFill>
                  <a:srgbClr val="142D4E"/>
                </a:solidFill>
              </a:rPr>
              <a:t>ElearningSystem</a:t>
            </a:r>
            <a:r>
              <a:rPr sz="1650" dirty="0">
                <a:solidFill>
                  <a:srgbClr val="142D4E"/>
                </a:solidFill>
              </a:rPr>
              <a:t> system;</a:t>
            </a:r>
            <a:br>
              <a:rPr sz="1650" dirty="0">
                <a:solidFill>
                  <a:srgbClr val="142D4E"/>
                </a:solidFill>
              </a:rPr>
            </a:br>
            <a:r>
              <a:rPr sz="1650" dirty="0">
                <a:solidFill>
                  <a:srgbClr val="142D4E"/>
                </a:solidFill>
              </a:rPr>
              <a:t>  Triggers automatic data loading via constructor.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sz="1650" dirty="0">
                <a:solidFill>
                  <a:srgbClr val="142D4E"/>
                </a:solidFill>
              </a:rPr>
              <a:t>• Dynamic Vectors of Objects:</a:t>
            </a:r>
            <a:br>
              <a:rPr sz="1650" dirty="0">
                <a:solidFill>
                  <a:srgbClr val="142D4E"/>
                </a:solidFill>
              </a:rPr>
            </a:br>
            <a:r>
              <a:rPr sz="1650" dirty="0">
                <a:solidFill>
                  <a:srgbClr val="142D4E"/>
                </a:solidFill>
              </a:rPr>
              <a:t>  vector&lt;Student&gt; students;</a:t>
            </a:r>
            <a:br>
              <a:rPr sz="1650" dirty="0">
                <a:solidFill>
                  <a:srgbClr val="142D4E"/>
                </a:solidFill>
              </a:rPr>
            </a:br>
            <a:r>
              <a:rPr sz="1650" dirty="0">
                <a:solidFill>
                  <a:srgbClr val="142D4E"/>
                </a:solidFill>
              </a:rPr>
              <a:t>  vector&lt;Course&gt; courses;</a:t>
            </a:r>
            <a:br>
              <a:rPr sz="1650" dirty="0">
                <a:solidFill>
                  <a:srgbClr val="142D4E"/>
                </a:solidFill>
              </a:rPr>
            </a:br>
            <a:r>
              <a:rPr sz="1650" dirty="0">
                <a:solidFill>
                  <a:srgbClr val="142D4E"/>
                </a:solidFill>
              </a:rPr>
              <a:t>  vector&lt;Chapter&gt; chapters;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sz="1650" dirty="0">
                <a:solidFill>
                  <a:srgbClr val="142D4E"/>
                </a:solidFill>
              </a:rPr>
              <a:t>• Value vs Reference Semantics:</a:t>
            </a:r>
            <a:br>
              <a:rPr sz="1650" dirty="0">
                <a:solidFill>
                  <a:srgbClr val="142D4E"/>
                </a:solidFill>
              </a:rPr>
            </a:br>
            <a:r>
              <a:rPr sz="1650" dirty="0">
                <a:solidFill>
                  <a:srgbClr val="142D4E"/>
                </a:solidFill>
              </a:rPr>
              <a:t>  Passing objects by const reference (const Chapter&amp; ch) avoids expensive object copying.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sz="1650" dirty="0">
                <a:solidFill>
                  <a:srgbClr val="142D4E"/>
                </a:solidFill>
              </a:rPr>
              <a:t>• Pointer Usage for Stateful Objects:</a:t>
            </a:r>
            <a:br>
              <a:rPr sz="1650" dirty="0">
                <a:solidFill>
                  <a:srgbClr val="142D4E"/>
                </a:solidFill>
              </a:rPr>
            </a:br>
            <a:r>
              <a:rPr sz="1650" dirty="0">
                <a:solidFill>
                  <a:srgbClr val="142D4E"/>
                </a:solidFill>
              </a:rPr>
              <a:t>  Student* student = </a:t>
            </a:r>
            <a:r>
              <a:rPr sz="1650" dirty="0" err="1">
                <a:solidFill>
                  <a:srgbClr val="142D4E"/>
                </a:solidFill>
              </a:rPr>
              <a:t>system.loginStudent</a:t>
            </a:r>
            <a:r>
              <a:rPr sz="1650" dirty="0">
                <a:solidFill>
                  <a:srgbClr val="142D4E"/>
                </a:solidFill>
              </a:rPr>
              <a:t>(</a:t>
            </a:r>
            <a:r>
              <a:rPr sz="1650" dirty="0" err="1">
                <a:solidFill>
                  <a:srgbClr val="142D4E"/>
                </a:solidFill>
              </a:rPr>
              <a:t>uname</a:t>
            </a:r>
            <a:r>
              <a:rPr sz="1650" dirty="0">
                <a:solidFill>
                  <a:srgbClr val="142D4E"/>
                </a:solidFill>
              </a:rPr>
              <a:t>, pass);</a:t>
            </a:r>
            <a:br>
              <a:rPr sz="1650" dirty="0">
                <a:solidFill>
                  <a:srgbClr val="142D4E"/>
                </a:solidFill>
              </a:rPr>
            </a:br>
            <a:r>
              <a:rPr sz="1650" dirty="0">
                <a:solidFill>
                  <a:srgbClr val="142D4E"/>
                </a:solidFill>
              </a:rPr>
              <a:t>  Allows in-place mutation of live objects.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E8F1F8">
                  <a:shade val="30000"/>
                  <a:satMod val="115000"/>
                </a:srgbClr>
              </a:gs>
              <a:gs pos="50000">
                <a:srgbClr val="E8F1F8">
                  <a:shade val="67500"/>
                  <a:satMod val="115000"/>
                </a:srgbClr>
              </a:gs>
              <a:gs pos="100000">
                <a:srgbClr val="E8F1F8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rPr sz="2000" dirty="0"/>
              <a:t>E-LEARNING SYSTEM | C++ OOP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rPr sz="2400" dirty="0">
                <a:solidFill>
                  <a:srgbClr val="142D4E"/>
                </a:solidFill>
              </a:rPr>
              <a:t>OOP Principle 2: Encapsulation &amp; Data Hiding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E6E0EC">
              <a:alpha val="80000"/>
            </a:srgbClr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3826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1F5F9"/>
                </a:solidFill>
              </a:defRPr>
            </a:pPr>
            <a:r>
              <a:rPr sz="2400" dirty="0">
                <a:solidFill>
                  <a:srgbClr val="142D4E"/>
                </a:solidFill>
              </a:rPr>
              <a:t>Access Specifiers &amp; Protection</a:t>
            </a:r>
          </a:p>
          <a:p>
            <a:pPr>
              <a:spcAft>
                <a:spcPts val="600"/>
              </a:spcAft>
              <a:defRPr sz="1000" b="1">
                <a:solidFill>
                  <a:srgbClr val="A855F7"/>
                </a:solidFill>
              </a:defRPr>
            </a:pPr>
            <a:r>
              <a:rPr sz="2000" dirty="0">
                <a:solidFill>
                  <a:srgbClr val="142D4E"/>
                </a:solidFill>
              </a:rPr>
              <a:t>[Data Hiding]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sz="1700" dirty="0">
                <a:solidFill>
                  <a:srgbClr val="142D4E"/>
                </a:solidFill>
              </a:rPr>
              <a:t>• Private Variables for Data Security:</a:t>
            </a:r>
            <a:br>
              <a:rPr sz="1700" dirty="0">
                <a:solidFill>
                  <a:srgbClr val="142D4E"/>
                </a:solidFill>
              </a:rPr>
            </a:br>
            <a:r>
              <a:rPr sz="1700" dirty="0">
                <a:solidFill>
                  <a:srgbClr val="142D4E"/>
                </a:solidFill>
              </a:rPr>
              <a:t>  All sensitive attributes (passwords, IDs, enrollments list) are declared private or protected.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sz="1700" dirty="0">
                <a:solidFill>
                  <a:srgbClr val="142D4E"/>
                </a:solidFill>
              </a:rPr>
              <a:t>• Protected Specifier in User Base Class:</a:t>
            </a:r>
            <a:br>
              <a:rPr sz="1700" dirty="0">
                <a:solidFill>
                  <a:srgbClr val="142D4E"/>
                </a:solidFill>
              </a:rPr>
            </a:br>
            <a:r>
              <a:rPr sz="1700" dirty="0">
                <a:solidFill>
                  <a:srgbClr val="142D4E"/>
                </a:solidFill>
              </a:rPr>
              <a:t>  protected: </a:t>
            </a:r>
            <a:r>
              <a:rPr sz="1700" dirty="0" err="1">
                <a:solidFill>
                  <a:srgbClr val="142D4E"/>
                </a:solidFill>
              </a:rPr>
              <a:t>userId</a:t>
            </a:r>
            <a:r>
              <a:rPr sz="1700" dirty="0">
                <a:solidFill>
                  <a:srgbClr val="142D4E"/>
                </a:solidFill>
              </a:rPr>
              <a:t>, name, username, password.</a:t>
            </a:r>
            <a:br>
              <a:rPr sz="1700" dirty="0">
                <a:solidFill>
                  <a:srgbClr val="142D4E"/>
                </a:solidFill>
              </a:rPr>
            </a:br>
            <a:r>
              <a:rPr sz="1700" dirty="0">
                <a:solidFill>
                  <a:srgbClr val="142D4E"/>
                </a:solidFill>
              </a:rPr>
              <a:t>  Allows direct access to subclasses while blocking external tampering.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sz="1700" dirty="0">
                <a:solidFill>
                  <a:srgbClr val="142D4E"/>
                </a:solidFill>
              </a:rPr>
              <a:t>• Prevents Inconsistent States:</a:t>
            </a:r>
            <a:br>
              <a:rPr sz="1700" dirty="0">
                <a:solidFill>
                  <a:srgbClr val="142D4E"/>
                </a:solidFill>
              </a:rPr>
            </a:br>
            <a:r>
              <a:rPr sz="1700" dirty="0">
                <a:solidFill>
                  <a:srgbClr val="142D4E"/>
                </a:solidFill>
              </a:rPr>
              <a:t>  Chapter durations, course structures, and student completion counts cannot be modified arbitrarily without methods.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E6E0EC">
              <a:alpha val="80000"/>
            </a:srgbClr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088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1F5F9"/>
                </a:solidFill>
              </a:defRPr>
            </a:pPr>
            <a:r>
              <a:rPr sz="2400" dirty="0">
                <a:solidFill>
                  <a:srgbClr val="142D4E"/>
                </a:solidFill>
              </a:rPr>
              <a:t>Getters, Setters &amp; Controlled Access</a:t>
            </a:r>
          </a:p>
          <a:p>
            <a:pPr>
              <a:spcAft>
                <a:spcPts val="600"/>
              </a:spcAft>
              <a:defRPr sz="1000" b="1">
                <a:solidFill>
                  <a:srgbClr val="38BDF8"/>
                </a:solidFill>
              </a:defRPr>
            </a:pPr>
            <a:r>
              <a:rPr sz="2000" dirty="0">
                <a:solidFill>
                  <a:srgbClr val="142D4E"/>
                </a:solidFill>
              </a:rPr>
              <a:t>[Interface Boundaries]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sz="1700" dirty="0">
                <a:solidFill>
                  <a:srgbClr val="142D4E"/>
                </a:solidFill>
              </a:rPr>
              <a:t>• Read-only Getters with const correctness:</a:t>
            </a:r>
            <a:br>
              <a:rPr sz="1700" dirty="0">
                <a:solidFill>
                  <a:srgbClr val="142D4E"/>
                </a:solidFill>
              </a:rPr>
            </a:br>
            <a:r>
              <a:rPr sz="1700" dirty="0">
                <a:solidFill>
                  <a:srgbClr val="142D4E"/>
                </a:solidFill>
              </a:rPr>
              <a:t>  int </a:t>
            </a:r>
            <a:r>
              <a:rPr sz="1700" dirty="0" err="1">
                <a:solidFill>
                  <a:srgbClr val="142D4E"/>
                </a:solidFill>
              </a:rPr>
              <a:t>getUserId</a:t>
            </a:r>
            <a:r>
              <a:rPr sz="1700" dirty="0">
                <a:solidFill>
                  <a:srgbClr val="142D4E"/>
                </a:solidFill>
              </a:rPr>
              <a:t>() const { return </a:t>
            </a:r>
            <a:r>
              <a:rPr sz="1700" dirty="0" err="1">
                <a:solidFill>
                  <a:srgbClr val="142D4E"/>
                </a:solidFill>
              </a:rPr>
              <a:t>userId</a:t>
            </a:r>
            <a:r>
              <a:rPr sz="1700" dirty="0">
                <a:solidFill>
                  <a:srgbClr val="142D4E"/>
                </a:solidFill>
              </a:rPr>
              <a:t>; }</a:t>
            </a:r>
            <a:br>
              <a:rPr sz="1700" dirty="0">
                <a:solidFill>
                  <a:srgbClr val="142D4E"/>
                </a:solidFill>
              </a:rPr>
            </a:br>
            <a:r>
              <a:rPr sz="1700" dirty="0">
                <a:solidFill>
                  <a:srgbClr val="142D4E"/>
                </a:solidFill>
              </a:rPr>
              <a:t>  string </a:t>
            </a:r>
            <a:r>
              <a:rPr sz="1700" dirty="0" err="1">
                <a:solidFill>
                  <a:srgbClr val="142D4E"/>
                </a:solidFill>
              </a:rPr>
              <a:t>getTitle</a:t>
            </a:r>
            <a:r>
              <a:rPr sz="1700" dirty="0">
                <a:solidFill>
                  <a:srgbClr val="142D4E"/>
                </a:solidFill>
              </a:rPr>
              <a:t>() const { return title; }</a:t>
            </a:r>
            <a:br>
              <a:rPr sz="1700" dirty="0">
                <a:solidFill>
                  <a:srgbClr val="142D4E"/>
                </a:solidFill>
              </a:rPr>
            </a:br>
            <a:r>
              <a:rPr sz="1700" dirty="0">
                <a:solidFill>
                  <a:srgbClr val="142D4E"/>
                </a:solidFill>
              </a:rPr>
              <a:t>  Guarantees state cannot be mutated by inspection.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sz="1700" dirty="0">
                <a:solidFill>
                  <a:srgbClr val="142D4E"/>
                </a:solidFill>
              </a:rPr>
              <a:t>• Controlled Mutators (Business Logic Methods):</a:t>
            </a:r>
            <a:br>
              <a:rPr sz="1700" dirty="0">
                <a:solidFill>
                  <a:srgbClr val="142D4E"/>
                </a:solidFill>
              </a:rPr>
            </a:br>
            <a:r>
              <a:rPr sz="1700" dirty="0">
                <a:solidFill>
                  <a:srgbClr val="142D4E"/>
                </a:solidFill>
              </a:rPr>
              <a:t>  void </a:t>
            </a:r>
            <a:r>
              <a:rPr sz="1700" dirty="0" err="1">
                <a:solidFill>
                  <a:srgbClr val="142D4E"/>
                </a:solidFill>
              </a:rPr>
              <a:t>completeChapter</a:t>
            </a:r>
            <a:r>
              <a:rPr sz="1700" dirty="0">
                <a:solidFill>
                  <a:srgbClr val="142D4E"/>
                </a:solidFill>
              </a:rPr>
              <a:t>() { </a:t>
            </a:r>
            <a:r>
              <a:rPr sz="1700" dirty="0" err="1">
                <a:solidFill>
                  <a:srgbClr val="142D4E"/>
                </a:solidFill>
              </a:rPr>
              <a:t>completedChapters</a:t>
            </a:r>
            <a:r>
              <a:rPr sz="1700" dirty="0">
                <a:solidFill>
                  <a:srgbClr val="142D4E"/>
                </a:solidFill>
              </a:rPr>
              <a:t>++; }</a:t>
            </a:r>
            <a:br>
              <a:rPr sz="1700" dirty="0">
                <a:solidFill>
                  <a:srgbClr val="142D4E"/>
                </a:solidFill>
              </a:rPr>
            </a:br>
            <a:r>
              <a:rPr sz="1700" dirty="0">
                <a:solidFill>
                  <a:srgbClr val="142D4E"/>
                </a:solidFill>
              </a:rPr>
              <a:t>  void </a:t>
            </a:r>
            <a:r>
              <a:rPr sz="1700" dirty="0" err="1">
                <a:solidFill>
                  <a:srgbClr val="142D4E"/>
                </a:solidFill>
              </a:rPr>
              <a:t>addChapter</a:t>
            </a:r>
            <a:r>
              <a:rPr sz="1700" dirty="0">
                <a:solidFill>
                  <a:srgbClr val="142D4E"/>
                </a:solidFill>
              </a:rPr>
              <a:t>(const Chapter&amp; ch);</a:t>
            </a:r>
            <a:br>
              <a:rPr sz="1700" dirty="0">
                <a:solidFill>
                  <a:srgbClr val="142D4E"/>
                </a:solidFill>
              </a:rPr>
            </a:br>
            <a:r>
              <a:rPr sz="1700" dirty="0">
                <a:solidFill>
                  <a:srgbClr val="142D4E"/>
                </a:solidFill>
              </a:rPr>
              <a:t>  Encapsulates data manipulation rules internally.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sz="1700" dirty="0">
                <a:solidFill>
                  <a:srgbClr val="142D4E"/>
                </a:solidFill>
              </a:rPr>
              <a:t>• Password Verification Encapsulation:</a:t>
            </a:r>
            <a:br>
              <a:rPr sz="1700" dirty="0">
                <a:solidFill>
                  <a:srgbClr val="142D4E"/>
                </a:solidFill>
              </a:rPr>
            </a:br>
            <a:r>
              <a:rPr sz="1700" dirty="0">
                <a:solidFill>
                  <a:srgbClr val="142D4E"/>
                </a:solidFill>
              </a:rPr>
              <a:t>  bool </a:t>
            </a:r>
            <a:r>
              <a:rPr sz="1700" dirty="0" err="1">
                <a:solidFill>
                  <a:srgbClr val="142D4E"/>
                </a:solidFill>
              </a:rPr>
              <a:t>checkPassword</a:t>
            </a:r>
            <a:r>
              <a:rPr sz="1700" dirty="0">
                <a:solidFill>
                  <a:srgbClr val="142D4E"/>
                </a:solidFill>
              </a:rPr>
              <a:t>(const string&amp; pass) const;</a:t>
            </a:r>
            <a:br>
              <a:rPr sz="1700" dirty="0">
                <a:solidFill>
                  <a:srgbClr val="142D4E"/>
                </a:solidFill>
              </a:rPr>
            </a:br>
            <a:r>
              <a:rPr sz="1700" dirty="0">
                <a:solidFill>
                  <a:srgbClr val="142D4E"/>
                </a:solidFill>
              </a:rPr>
              <a:t>  Compares password internally without exposing raw secrets to caller.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E8F1F8">
                  <a:shade val="30000"/>
                  <a:satMod val="115000"/>
                </a:srgbClr>
              </a:gs>
              <a:gs pos="50000">
                <a:srgbClr val="E8F1F8">
                  <a:shade val="67500"/>
                  <a:satMod val="115000"/>
                </a:srgbClr>
              </a:gs>
              <a:gs pos="100000">
                <a:srgbClr val="E8F1F8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rPr sz="2000" dirty="0"/>
              <a:t>E-LEARNING SYSTEM | C++ OOP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rPr sz="2400" dirty="0">
                <a:solidFill>
                  <a:srgbClr val="142D4E"/>
                </a:solidFill>
              </a:rPr>
              <a:t>OOP Principle 3: Inheritance Hierarchy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E6E0EC">
              <a:alpha val="80000"/>
            </a:srgbClr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3954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1F5F9"/>
                </a:solidFill>
              </a:defRPr>
            </a:pPr>
            <a:r>
              <a:rPr sz="2400" dirty="0">
                <a:solidFill>
                  <a:srgbClr val="142D4E"/>
                </a:solidFill>
              </a:rPr>
              <a:t>Hierarchical Inheritance Structure</a:t>
            </a:r>
          </a:p>
          <a:p>
            <a:pPr>
              <a:spcAft>
                <a:spcPts val="600"/>
              </a:spcAft>
              <a:defRPr sz="1000" b="1">
                <a:solidFill>
                  <a:srgbClr val="38BDF8"/>
                </a:solidFill>
              </a:defRPr>
            </a:pPr>
            <a:r>
              <a:rPr sz="2000" dirty="0">
                <a:solidFill>
                  <a:srgbClr val="142D4E"/>
                </a:solidFill>
              </a:rPr>
              <a:t>[Class Hierarchy]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sz="1600" dirty="0">
                <a:solidFill>
                  <a:srgbClr val="142D4E"/>
                </a:solidFill>
              </a:rPr>
              <a:t>• Base Class: class User</a:t>
            </a:r>
            <a:br>
              <a:rPr sz="1600" dirty="0">
                <a:solidFill>
                  <a:srgbClr val="142D4E"/>
                </a:solidFill>
              </a:rPr>
            </a:br>
            <a:r>
              <a:rPr sz="1600" dirty="0">
                <a:solidFill>
                  <a:srgbClr val="142D4E"/>
                </a:solidFill>
              </a:rPr>
              <a:t>  Provides universal user properties (ID, Name, Username, Password, </a:t>
            </a:r>
            <a:r>
              <a:rPr sz="1600" dirty="0" err="1">
                <a:solidFill>
                  <a:srgbClr val="142D4E"/>
                </a:solidFill>
              </a:rPr>
              <a:t>checkPassword</a:t>
            </a:r>
            <a:r>
              <a:rPr sz="1600" dirty="0">
                <a:solidFill>
                  <a:srgbClr val="142D4E"/>
                </a:solidFill>
              </a:rPr>
              <a:t>()).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sz="1600" dirty="0">
                <a:solidFill>
                  <a:srgbClr val="142D4E"/>
                </a:solidFill>
              </a:rPr>
              <a:t>• Derived Class 1: class Student : public User</a:t>
            </a:r>
            <a:br>
              <a:rPr sz="1600" dirty="0">
                <a:solidFill>
                  <a:srgbClr val="142D4E"/>
                </a:solidFill>
              </a:rPr>
            </a:br>
            <a:r>
              <a:rPr sz="1600" dirty="0">
                <a:solidFill>
                  <a:srgbClr val="142D4E"/>
                </a:solidFill>
              </a:rPr>
              <a:t>  Inherits credentials; adds vector&lt;Enrollment&gt; and enrollment management.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sz="1600" dirty="0">
                <a:solidFill>
                  <a:srgbClr val="142D4E"/>
                </a:solidFill>
              </a:rPr>
              <a:t>• Derived Class 2: class Teacher : public User</a:t>
            </a:r>
            <a:br>
              <a:rPr sz="1600" dirty="0">
                <a:solidFill>
                  <a:srgbClr val="142D4E"/>
                </a:solidFill>
              </a:rPr>
            </a:br>
            <a:r>
              <a:rPr sz="1600" dirty="0">
                <a:solidFill>
                  <a:srgbClr val="142D4E"/>
                </a:solidFill>
              </a:rPr>
              <a:t>  Inherits credentials; adds department and teaching workflows.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sz="1600" dirty="0">
                <a:solidFill>
                  <a:srgbClr val="142D4E"/>
                </a:solidFill>
              </a:rPr>
              <a:t>• Derived Class 3: class Admin : public User</a:t>
            </a:r>
            <a:br>
              <a:rPr sz="1600" dirty="0">
                <a:solidFill>
                  <a:srgbClr val="142D4E"/>
                </a:solidFill>
              </a:rPr>
            </a:br>
            <a:r>
              <a:rPr sz="1600" dirty="0">
                <a:solidFill>
                  <a:srgbClr val="142D4E"/>
                </a:solidFill>
              </a:rPr>
              <a:t>  Inherits credentials; overrides role for administrative authority.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E6E0EC">
              <a:alpha val="80000"/>
            </a:srgbClr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365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1F5F9"/>
                </a:solidFill>
              </a:defRPr>
            </a:pPr>
            <a:r>
              <a:rPr sz="2400" dirty="0">
                <a:solidFill>
                  <a:srgbClr val="142D4E"/>
                </a:solidFill>
              </a:rPr>
              <a:t>Code Reuse &amp; Constructor Chaining</a:t>
            </a:r>
          </a:p>
          <a:p>
            <a:pPr>
              <a:spcAft>
                <a:spcPts val="600"/>
              </a:spcAft>
              <a:defRPr sz="1000" b="1">
                <a:solidFill>
                  <a:srgbClr val="34D399"/>
                </a:solidFill>
              </a:defRPr>
            </a:pPr>
            <a:r>
              <a:rPr sz="2000" dirty="0">
                <a:solidFill>
                  <a:srgbClr val="142D4E"/>
                </a:solidFill>
              </a:rPr>
              <a:t>[Reusability &amp; DRY</a:t>
            </a:r>
            <a:r>
              <a:rPr lang="en-US" sz="2000" dirty="0">
                <a:solidFill>
                  <a:srgbClr val="142D4E"/>
                </a:solidFill>
              </a:rPr>
              <a:t>(don’t repeat yourself)</a:t>
            </a:r>
            <a:r>
              <a:rPr sz="2000" dirty="0">
                <a:solidFill>
                  <a:srgbClr val="142D4E"/>
                </a:solidFill>
              </a:rPr>
              <a:t>]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sz="1600" dirty="0">
                <a:solidFill>
                  <a:srgbClr val="142D4E"/>
                </a:solidFill>
              </a:rPr>
              <a:t>• Constructor Delegation (Member Initializer List):</a:t>
            </a:r>
            <a:br>
              <a:rPr sz="1600" dirty="0">
                <a:solidFill>
                  <a:srgbClr val="142D4E"/>
                </a:solidFill>
              </a:rPr>
            </a:br>
            <a:r>
              <a:rPr sz="1600" dirty="0">
                <a:solidFill>
                  <a:srgbClr val="142D4E"/>
                </a:solidFill>
              </a:rPr>
              <a:t>  Student(int id, const string&amp; n, const string&amp; u, const string&amp; p)</a:t>
            </a:r>
            <a:br>
              <a:rPr sz="1600" dirty="0">
                <a:solidFill>
                  <a:srgbClr val="142D4E"/>
                </a:solidFill>
              </a:rPr>
            </a:br>
            <a:r>
              <a:rPr sz="1600" dirty="0">
                <a:solidFill>
                  <a:srgbClr val="142D4E"/>
                </a:solidFill>
              </a:rPr>
              <a:t>    : User(id, n, u, p) {}</a:t>
            </a:r>
            <a:br>
              <a:rPr sz="1600" dirty="0">
                <a:solidFill>
                  <a:srgbClr val="142D4E"/>
                </a:solidFill>
              </a:rPr>
            </a:br>
            <a:r>
              <a:rPr sz="1600" dirty="0">
                <a:solidFill>
                  <a:srgbClr val="142D4E"/>
                </a:solidFill>
              </a:rPr>
              <a:t>  Reuses base initialization logic across all 3 roles.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sz="1600" dirty="0">
                <a:solidFill>
                  <a:srgbClr val="142D4E"/>
                </a:solidFill>
              </a:rPr>
              <a:t>• DRY (Don't Repeat Yourself):</a:t>
            </a:r>
            <a:br>
              <a:rPr sz="1600" dirty="0">
                <a:solidFill>
                  <a:srgbClr val="142D4E"/>
                </a:solidFill>
              </a:rPr>
            </a:br>
            <a:r>
              <a:rPr sz="1600" dirty="0">
                <a:solidFill>
                  <a:srgbClr val="142D4E"/>
                </a:solidFill>
              </a:rPr>
              <a:t>  Zero duplication of login, name retrieval, or ID storage code.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sz="1600" dirty="0">
                <a:solidFill>
                  <a:srgbClr val="142D4E"/>
                </a:solidFill>
              </a:rPr>
              <a:t>• Single Source of Truth:</a:t>
            </a:r>
            <a:br>
              <a:rPr sz="1600" dirty="0">
                <a:solidFill>
                  <a:srgbClr val="142D4E"/>
                </a:solidFill>
              </a:rPr>
            </a:br>
            <a:r>
              <a:rPr sz="1600" dirty="0">
                <a:solidFill>
                  <a:srgbClr val="142D4E"/>
                </a:solidFill>
              </a:rPr>
              <a:t>  Updating credential handling in User automatically propagates to Student, Teacher, and Admin.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E8F1F8">
                  <a:shade val="30000"/>
                  <a:satMod val="115000"/>
                </a:srgbClr>
              </a:gs>
              <a:gs pos="50000">
                <a:srgbClr val="E8F1F8">
                  <a:shade val="67500"/>
                  <a:satMod val="115000"/>
                </a:srgbClr>
              </a:gs>
              <a:gs pos="100000">
                <a:srgbClr val="E8F1F8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rPr sz="2000" dirty="0"/>
              <a:t>E-LEARNING SYSTEM | C++ OOP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rPr dirty="0">
                <a:solidFill>
                  <a:srgbClr val="142D4E"/>
                </a:solidFill>
              </a:rPr>
              <a:t>OOP Principle 4: Polymorphism (Runtime &amp; Compile-Time)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E6E0EC">
              <a:alpha val="80000"/>
            </a:srgbClr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570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1F5F9"/>
                </a:solidFill>
              </a:defRPr>
            </a:pPr>
            <a:r>
              <a:rPr sz="2400" dirty="0">
                <a:solidFill>
                  <a:srgbClr val="142D4E"/>
                </a:solidFill>
              </a:rPr>
              <a:t>Runtime Polymorphism (Dynamic Binding)</a:t>
            </a:r>
          </a:p>
          <a:p>
            <a:pPr>
              <a:spcAft>
                <a:spcPts val="600"/>
              </a:spcAft>
              <a:defRPr sz="1000" b="1">
                <a:solidFill>
                  <a:srgbClr val="A855F7"/>
                </a:solidFill>
              </a:defRPr>
            </a:pPr>
            <a:r>
              <a:rPr sz="2000" dirty="0">
                <a:solidFill>
                  <a:srgbClr val="142D4E"/>
                </a:solidFill>
              </a:rPr>
              <a:t>[Virtual Dispatch]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sz="1600" dirty="0">
                <a:solidFill>
                  <a:srgbClr val="142D4E"/>
                </a:solidFill>
              </a:rPr>
              <a:t>• Pure Virtual Function:</a:t>
            </a:r>
            <a:br>
              <a:rPr sz="1600" dirty="0">
                <a:solidFill>
                  <a:srgbClr val="142D4E"/>
                </a:solidFill>
              </a:rPr>
            </a:br>
            <a:r>
              <a:rPr sz="1600" dirty="0">
                <a:solidFill>
                  <a:srgbClr val="142D4E"/>
                </a:solidFill>
              </a:rPr>
              <a:t>  virtual string </a:t>
            </a:r>
            <a:r>
              <a:rPr sz="1600" dirty="0" err="1">
                <a:solidFill>
                  <a:srgbClr val="142D4E"/>
                </a:solidFill>
              </a:rPr>
              <a:t>getRole</a:t>
            </a:r>
            <a:r>
              <a:rPr sz="1600" dirty="0">
                <a:solidFill>
                  <a:srgbClr val="142D4E"/>
                </a:solidFill>
              </a:rPr>
              <a:t>() const = 0;</a:t>
            </a:r>
            <a:br>
              <a:rPr sz="1600" dirty="0">
                <a:solidFill>
                  <a:srgbClr val="142D4E"/>
                </a:solidFill>
              </a:rPr>
            </a:br>
            <a:r>
              <a:rPr sz="1600" dirty="0">
                <a:solidFill>
                  <a:srgbClr val="142D4E"/>
                </a:solidFill>
              </a:rPr>
              <a:t>  Enforces role definition in every subclass.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sz="1600" dirty="0">
                <a:solidFill>
                  <a:srgbClr val="142D4E"/>
                </a:solidFill>
              </a:rPr>
              <a:t>• Method Overriding (override keyword):</a:t>
            </a:r>
            <a:br>
              <a:rPr sz="1600" dirty="0">
                <a:solidFill>
                  <a:srgbClr val="142D4E"/>
                </a:solidFill>
              </a:rPr>
            </a:br>
            <a:r>
              <a:rPr sz="1600" dirty="0">
                <a:solidFill>
                  <a:srgbClr val="142D4E"/>
                </a:solidFill>
              </a:rPr>
              <a:t>  Student::</a:t>
            </a:r>
            <a:r>
              <a:rPr sz="1600" dirty="0" err="1">
                <a:solidFill>
                  <a:srgbClr val="142D4E"/>
                </a:solidFill>
              </a:rPr>
              <a:t>getRole</a:t>
            </a:r>
            <a:r>
              <a:rPr sz="1600" dirty="0">
                <a:solidFill>
                  <a:srgbClr val="142D4E"/>
                </a:solidFill>
              </a:rPr>
              <a:t>() override -&gt; returns 'Student'</a:t>
            </a:r>
            <a:br>
              <a:rPr sz="1600" dirty="0">
                <a:solidFill>
                  <a:srgbClr val="142D4E"/>
                </a:solidFill>
              </a:rPr>
            </a:br>
            <a:r>
              <a:rPr sz="1600" dirty="0">
                <a:solidFill>
                  <a:srgbClr val="142D4E"/>
                </a:solidFill>
              </a:rPr>
              <a:t>  Teacher::</a:t>
            </a:r>
            <a:r>
              <a:rPr sz="1600" dirty="0" err="1">
                <a:solidFill>
                  <a:srgbClr val="142D4E"/>
                </a:solidFill>
              </a:rPr>
              <a:t>getRole</a:t>
            </a:r>
            <a:r>
              <a:rPr sz="1600" dirty="0">
                <a:solidFill>
                  <a:srgbClr val="142D4E"/>
                </a:solidFill>
              </a:rPr>
              <a:t>() override -&gt; returns 'Teacher'</a:t>
            </a:r>
            <a:br>
              <a:rPr sz="1600" dirty="0">
                <a:solidFill>
                  <a:srgbClr val="142D4E"/>
                </a:solidFill>
              </a:rPr>
            </a:br>
            <a:r>
              <a:rPr sz="1600" dirty="0">
                <a:solidFill>
                  <a:srgbClr val="142D4E"/>
                </a:solidFill>
              </a:rPr>
              <a:t>  Admin::</a:t>
            </a:r>
            <a:r>
              <a:rPr sz="1600" dirty="0" err="1">
                <a:solidFill>
                  <a:srgbClr val="142D4E"/>
                </a:solidFill>
              </a:rPr>
              <a:t>getRole</a:t>
            </a:r>
            <a:r>
              <a:rPr sz="1600" dirty="0">
                <a:solidFill>
                  <a:srgbClr val="142D4E"/>
                </a:solidFill>
              </a:rPr>
              <a:t>() override -&gt; returns 'Admin'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sz="1600" dirty="0">
                <a:solidFill>
                  <a:srgbClr val="142D4E"/>
                </a:solidFill>
              </a:rPr>
              <a:t>• Extending Base Behavior:</a:t>
            </a:r>
            <a:br>
              <a:rPr sz="1600" dirty="0">
                <a:solidFill>
                  <a:srgbClr val="142D4E"/>
                </a:solidFill>
              </a:rPr>
            </a:br>
            <a:r>
              <a:rPr sz="1600" dirty="0">
                <a:solidFill>
                  <a:srgbClr val="142D4E"/>
                </a:solidFill>
              </a:rPr>
              <a:t>  Teacher::</a:t>
            </a:r>
            <a:r>
              <a:rPr sz="1600" dirty="0" err="1">
                <a:solidFill>
                  <a:srgbClr val="142D4E"/>
                </a:solidFill>
              </a:rPr>
              <a:t>displayInfo</a:t>
            </a:r>
            <a:r>
              <a:rPr sz="1600" dirty="0">
                <a:solidFill>
                  <a:srgbClr val="142D4E"/>
                </a:solidFill>
              </a:rPr>
              <a:t>() calls User::</a:t>
            </a:r>
            <a:r>
              <a:rPr sz="1600" dirty="0" err="1">
                <a:solidFill>
                  <a:srgbClr val="142D4E"/>
                </a:solidFill>
              </a:rPr>
              <a:t>displayInfo</a:t>
            </a:r>
            <a:r>
              <a:rPr sz="1600" dirty="0">
                <a:solidFill>
                  <a:srgbClr val="142D4E"/>
                </a:solidFill>
              </a:rPr>
              <a:t>() and then prints Department.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sz="1600" dirty="0">
                <a:solidFill>
                  <a:srgbClr val="142D4E"/>
                </a:solidFill>
              </a:rPr>
              <a:t>• Virtual Destructor:</a:t>
            </a:r>
            <a:br>
              <a:rPr sz="1600" dirty="0">
                <a:solidFill>
                  <a:srgbClr val="142D4E"/>
                </a:solidFill>
              </a:rPr>
            </a:br>
            <a:r>
              <a:rPr sz="1600" dirty="0">
                <a:solidFill>
                  <a:srgbClr val="142D4E"/>
                </a:solidFill>
              </a:rPr>
              <a:t>  virtual ~User() {} prevents memory leaks when</a:t>
            </a:r>
            <a:r>
              <a:rPr lang="en-US" sz="1600" dirty="0">
                <a:solidFill>
                  <a:srgbClr val="142D4E"/>
                </a:solidFill>
              </a:rPr>
              <a:t> </a:t>
            </a:r>
            <a:r>
              <a:rPr sz="1600" dirty="0">
                <a:solidFill>
                  <a:srgbClr val="142D4E"/>
                </a:solidFill>
              </a:rPr>
              <a:t>deleting derived objects through base pointers.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E6E0EC">
              <a:alpha val="80000"/>
            </a:srgbClr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27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1F5F9"/>
                </a:solidFill>
              </a:defRPr>
            </a:pPr>
            <a:r>
              <a:rPr sz="2400" dirty="0">
                <a:solidFill>
                  <a:srgbClr val="142D4E"/>
                </a:solidFill>
              </a:rPr>
              <a:t>Compile-Time Polymorphism (Overloading)</a:t>
            </a:r>
          </a:p>
          <a:p>
            <a:pPr>
              <a:spcAft>
                <a:spcPts val="600"/>
              </a:spcAft>
              <a:defRPr sz="1000" b="1">
                <a:solidFill>
                  <a:srgbClr val="38BDF8"/>
                </a:solidFill>
              </a:defRPr>
            </a:pPr>
            <a:r>
              <a:rPr sz="2000" dirty="0">
                <a:solidFill>
                  <a:srgbClr val="142D4E"/>
                </a:solidFill>
              </a:rPr>
              <a:t>[Static Polymorphism]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sz="1600" dirty="0">
                <a:solidFill>
                  <a:srgbClr val="142D4E"/>
                </a:solidFill>
              </a:rPr>
              <a:t>• Constructor Overloading:</a:t>
            </a:r>
            <a:br>
              <a:rPr sz="1600" dirty="0">
                <a:solidFill>
                  <a:srgbClr val="142D4E"/>
                </a:solidFill>
              </a:rPr>
            </a:br>
            <a:r>
              <a:rPr sz="1600" dirty="0">
                <a:solidFill>
                  <a:srgbClr val="142D4E"/>
                </a:solidFill>
              </a:rPr>
              <a:t>  Chapter() default vs Chapter(id, title, summary, dur) parameterized.</a:t>
            </a:r>
            <a:br>
              <a:rPr sz="1600" dirty="0">
                <a:solidFill>
                  <a:srgbClr val="142D4E"/>
                </a:solidFill>
              </a:rPr>
            </a:br>
            <a:r>
              <a:rPr sz="1600" dirty="0">
                <a:solidFill>
                  <a:srgbClr val="142D4E"/>
                </a:solidFill>
              </a:rPr>
              <a:t>  Course() default vs Course(id, name, desc, teacher).</a:t>
            </a:r>
            <a:br>
              <a:rPr sz="1600" dirty="0">
                <a:solidFill>
                  <a:srgbClr val="142D4E"/>
                </a:solidFill>
              </a:rPr>
            </a:br>
            <a:r>
              <a:rPr sz="1600" dirty="0">
                <a:solidFill>
                  <a:srgbClr val="142D4E"/>
                </a:solidFill>
              </a:rPr>
              <a:t>  Enrollment() default vs parameterized.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sz="1600" dirty="0">
                <a:solidFill>
                  <a:srgbClr val="142D4E"/>
                </a:solidFill>
              </a:rPr>
              <a:t>• Function Overloading with Default Arguments:</a:t>
            </a:r>
            <a:br>
              <a:rPr sz="1600" dirty="0">
                <a:solidFill>
                  <a:srgbClr val="142D4E"/>
                </a:solidFill>
              </a:rPr>
            </a:br>
            <a:r>
              <a:rPr sz="1600" dirty="0">
                <a:solidFill>
                  <a:srgbClr val="142D4E"/>
                </a:solidFill>
              </a:rPr>
              <a:t>  void display(int index = 0) const;</a:t>
            </a:r>
            <a:br>
              <a:rPr sz="1600" dirty="0">
                <a:solidFill>
                  <a:srgbClr val="142D4E"/>
                </a:solidFill>
              </a:rPr>
            </a:br>
            <a:r>
              <a:rPr sz="1600" dirty="0">
                <a:solidFill>
                  <a:srgbClr val="142D4E"/>
                </a:solidFill>
              </a:rPr>
              <a:t>  Allows calling display() with or without an index parameter.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sz="1600" dirty="0">
                <a:solidFill>
                  <a:srgbClr val="142D4E"/>
                </a:solidFill>
              </a:rPr>
              <a:t>• Method Overloading in Course:</a:t>
            </a:r>
            <a:br>
              <a:rPr sz="1600" dirty="0">
                <a:solidFill>
                  <a:srgbClr val="142D4E"/>
                </a:solidFill>
              </a:rPr>
            </a:br>
            <a:r>
              <a:rPr sz="1600" dirty="0">
                <a:solidFill>
                  <a:srgbClr val="142D4E"/>
                </a:solidFill>
              </a:rPr>
              <a:t>  const vector&lt;Chapter&gt;&amp; </a:t>
            </a:r>
            <a:r>
              <a:rPr sz="1600" dirty="0" err="1">
                <a:solidFill>
                  <a:srgbClr val="142D4E"/>
                </a:solidFill>
              </a:rPr>
              <a:t>getChapters</a:t>
            </a:r>
            <a:r>
              <a:rPr sz="1600" dirty="0">
                <a:solidFill>
                  <a:srgbClr val="142D4E"/>
                </a:solidFill>
              </a:rPr>
              <a:t>() const</a:t>
            </a:r>
            <a:br>
              <a:rPr sz="1600" dirty="0">
                <a:solidFill>
                  <a:srgbClr val="142D4E"/>
                </a:solidFill>
              </a:rPr>
            </a:br>
            <a:r>
              <a:rPr sz="1600" dirty="0">
                <a:solidFill>
                  <a:srgbClr val="142D4E"/>
                </a:solidFill>
              </a:rPr>
              <a:t>  vector&lt;Chapter&gt;&amp; </a:t>
            </a:r>
            <a:r>
              <a:rPr sz="1600" dirty="0" err="1">
                <a:solidFill>
                  <a:srgbClr val="142D4E"/>
                </a:solidFill>
              </a:rPr>
              <a:t>getChaptersRef</a:t>
            </a:r>
            <a:r>
              <a:rPr sz="1600" dirty="0">
                <a:solidFill>
                  <a:srgbClr val="142D4E"/>
                </a:solidFill>
              </a:rPr>
              <a:t>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E8F1F8">
                  <a:shade val="30000"/>
                  <a:satMod val="115000"/>
                </a:srgbClr>
              </a:gs>
              <a:gs pos="50000">
                <a:srgbClr val="E8F1F8">
                  <a:shade val="67500"/>
                  <a:satMod val="115000"/>
                </a:srgbClr>
              </a:gs>
              <a:gs pos="100000">
                <a:srgbClr val="E8F1F8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rPr sz="2000" dirty="0"/>
              <a:t>E-LEARNING SYSTEM | C++ OOP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rPr dirty="0">
                <a:solidFill>
                  <a:srgbClr val="142D4E"/>
                </a:solidFill>
              </a:rPr>
              <a:t>OOP Principle 5: Abstraction</a:t>
            </a:r>
            <a:r>
              <a:rPr lang="en-US" dirty="0">
                <a:solidFill>
                  <a:srgbClr val="142D4E"/>
                </a:solidFill>
              </a:rPr>
              <a:t> &amp; File Handling</a:t>
            </a:r>
            <a:endParaRPr dirty="0">
              <a:solidFill>
                <a:srgbClr val="142D4E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E6E0EC">
              <a:alpha val="80000"/>
            </a:srgbClr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3872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1F5F9"/>
                </a:solidFill>
              </a:defRPr>
            </a:pPr>
            <a:r>
              <a:rPr sz="2400" dirty="0">
                <a:solidFill>
                  <a:srgbClr val="142D4E"/>
                </a:solidFill>
              </a:rPr>
              <a:t>Pure Abstract Base Class</a:t>
            </a:r>
          </a:p>
          <a:p>
            <a:pPr>
              <a:spcAft>
                <a:spcPts val="600"/>
              </a:spcAft>
              <a:defRPr sz="1000" b="1">
                <a:solidFill>
                  <a:srgbClr val="34D399"/>
                </a:solidFill>
              </a:defRPr>
            </a:pPr>
            <a:r>
              <a:rPr sz="2000" dirty="0">
                <a:solidFill>
                  <a:srgbClr val="142D4E"/>
                </a:solidFill>
              </a:rPr>
              <a:t>[Contract-Based Design]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sz="1900" dirty="0">
                <a:solidFill>
                  <a:srgbClr val="142D4E"/>
                </a:solidFill>
              </a:rPr>
              <a:t>• Abstract User Class:</a:t>
            </a:r>
            <a:br>
              <a:rPr sz="1900" dirty="0">
                <a:solidFill>
                  <a:srgbClr val="142D4E"/>
                </a:solidFill>
              </a:rPr>
            </a:br>
            <a:r>
              <a:rPr sz="1900" dirty="0">
                <a:solidFill>
                  <a:srgbClr val="142D4E"/>
                </a:solidFill>
              </a:rPr>
              <a:t>  Contains pure virtual function virtual string </a:t>
            </a:r>
            <a:r>
              <a:rPr sz="1900" dirty="0" err="1">
                <a:solidFill>
                  <a:srgbClr val="142D4E"/>
                </a:solidFill>
              </a:rPr>
              <a:t>getRole</a:t>
            </a:r>
            <a:r>
              <a:rPr sz="1900" dirty="0">
                <a:solidFill>
                  <a:srgbClr val="142D4E"/>
                </a:solidFill>
              </a:rPr>
              <a:t>() const = 0;.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sz="1900" dirty="0">
                <a:solidFill>
                  <a:srgbClr val="142D4E"/>
                </a:solidFill>
              </a:rPr>
              <a:t>• Enforced Interface Contract:</a:t>
            </a:r>
            <a:br>
              <a:rPr sz="1900" dirty="0">
                <a:solidFill>
                  <a:srgbClr val="142D4E"/>
                </a:solidFill>
              </a:rPr>
            </a:br>
            <a:r>
              <a:rPr sz="1900" dirty="0">
                <a:solidFill>
                  <a:srgbClr val="142D4E"/>
                </a:solidFill>
              </a:rPr>
              <a:t>  Prevents accidental instantiation of a generic User (e.g., User u; fails at compile-time).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sz="1900" dirty="0">
                <a:solidFill>
                  <a:srgbClr val="142D4E"/>
                </a:solidFill>
              </a:rPr>
              <a:t>• Polymorphic Extension:</a:t>
            </a:r>
            <a:br>
              <a:rPr sz="1900" dirty="0">
                <a:solidFill>
                  <a:srgbClr val="142D4E"/>
                </a:solidFill>
              </a:rPr>
            </a:br>
            <a:r>
              <a:rPr sz="1900" dirty="0">
                <a:solidFill>
                  <a:srgbClr val="142D4E"/>
                </a:solidFill>
              </a:rPr>
              <a:t>  Any future user role (e.g., </a:t>
            </a:r>
            <a:r>
              <a:rPr sz="1900" dirty="0" err="1">
                <a:solidFill>
                  <a:srgbClr val="142D4E"/>
                </a:solidFill>
              </a:rPr>
              <a:t>TeachingAssistant</a:t>
            </a:r>
            <a:r>
              <a:rPr sz="1900" dirty="0">
                <a:solidFill>
                  <a:srgbClr val="142D4E"/>
                </a:solidFill>
              </a:rPr>
              <a:t>, Auditor) only needs to implement </a:t>
            </a:r>
            <a:r>
              <a:rPr sz="1900" dirty="0" err="1">
                <a:solidFill>
                  <a:srgbClr val="142D4E"/>
                </a:solidFill>
              </a:rPr>
              <a:t>getRole</a:t>
            </a:r>
            <a:r>
              <a:rPr sz="1900" dirty="0">
                <a:solidFill>
                  <a:srgbClr val="142D4E"/>
                </a:solidFill>
              </a:rPr>
              <a:t>() to seamlessly integrate.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E6E0EC">
              <a:alpha val="80000"/>
            </a:srgbClr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397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1F5F9"/>
                </a:solidFill>
              </a:defRPr>
            </a:pPr>
            <a:r>
              <a:rPr lang="en-IN" sz="2400" dirty="0">
                <a:solidFill>
                  <a:srgbClr val="142D4E"/>
                </a:solidFill>
              </a:rPr>
              <a:t>Delimited File Storage Architecture</a:t>
            </a:r>
          </a:p>
          <a:p>
            <a:pPr>
              <a:spcAft>
                <a:spcPts val="600"/>
              </a:spcAft>
              <a:defRPr sz="1000" b="1">
                <a:solidFill>
                  <a:srgbClr val="34D399"/>
                </a:solidFill>
              </a:defRPr>
            </a:pPr>
            <a:r>
              <a:rPr lang="en-IN" sz="2000" dirty="0">
                <a:solidFill>
                  <a:srgbClr val="142D4E"/>
                </a:solidFill>
              </a:rPr>
              <a:t>[File I/O Engine]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lang="en-IN" sz="1900" dirty="0">
                <a:solidFill>
                  <a:srgbClr val="142D4E"/>
                </a:solidFill>
              </a:rPr>
              <a:t>• users.txt: Stores student credentials (</a:t>
            </a:r>
            <a:r>
              <a:rPr lang="en-IN" sz="1900" dirty="0" err="1">
                <a:solidFill>
                  <a:srgbClr val="142D4E"/>
                </a:solidFill>
              </a:rPr>
              <a:t>id|name|uname|pass</a:t>
            </a:r>
            <a:r>
              <a:rPr lang="en-IN" sz="1900" dirty="0">
                <a:solidFill>
                  <a:srgbClr val="142D4E"/>
                </a:solidFill>
              </a:rPr>
              <a:t>).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lang="en-IN" sz="1900" dirty="0">
                <a:solidFill>
                  <a:srgbClr val="142D4E"/>
                </a:solidFill>
              </a:rPr>
              <a:t>• teachers.txt: Stores instructor records &amp; department.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lang="en-IN" sz="1900" dirty="0">
                <a:solidFill>
                  <a:srgbClr val="142D4E"/>
                </a:solidFill>
              </a:rPr>
              <a:t>• admin.txt: Stores system administrative accounts.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lang="en-IN" sz="1900" dirty="0">
                <a:solidFill>
                  <a:srgbClr val="142D4E"/>
                </a:solidFill>
              </a:rPr>
              <a:t>• course.txt: Hierarchical COURSE and CHAPTER record serialization.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rPr lang="en-IN" sz="1900" dirty="0">
                <a:solidFill>
                  <a:srgbClr val="142D4E"/>
                </a:solidFill>
              </a:rPr>
              <a:t>• enrollments.txt: Tracks progress states (</a:t>
            </a:r>
            <a:r>
              <a:rPr lang="en-IN" sz="1900" dirty="0" err="1">
                <a:solidFill>
                  <a:srgbClr val="142D4E"/>
                </a:solidFill>
              </a:rPr>
              <a:t>studentId|courseId|completed</a:t>
            </a:r>
            <a:r>
              <a:rPr lang="en-IN" sz="1900" dirty="0">
                <a:solidFill>
                  <a:srgbClr val="142D4E"/>
                </a:solidFill>
              </a:rPr>
              <a:t>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85D63E-B8AA-A163-17BE-C049ADD8D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557822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1536</Words>
  <Application>Microsoft Office PowerPoint</Application>
  <PresentationFormat>Widescreen</PresentationFormat>
  <Paragraphs>137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Muni Satwik</cp:lastModifiedBy>
  <cp:revision>1</cp:revision>
  <dcterms:created xsi:type="dcterms:W3CDTF">2013-01-27T09:14:16Z</dcterms:created>
  <dcterms:modified xsi:type="dcterms:W3CDTF">2026-10-12T11:56:16Z</dcterms:modified>
  <cp:category/>
</cp:coreProperties>
</file>